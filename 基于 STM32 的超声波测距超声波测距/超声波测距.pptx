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7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57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ustomXml" Target="../customXml/item1.xml"/><Relationship Id="rId11" Type="http://schemas.openxmlformats.org/officeDocument/2006/relationships/customXmlProps" Target="../customXml/itemProps74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基于</a:t>
            </a:r>
            <a:r>
              <a:rPr lang="en-US" altLang="zh-CN"/>
              <a:t>STM32</a:t>
            </a:r>
            <a:r>
              <a:rPr lang="zh-CN" altLang="en-US"/>
              <a:t>的</a:t>
            </a:r>
            <a:r>
              <a:rPr lang="zh-CN" altLang="zh-CN"/>
              <a:t>超声波测距控制</a:t>
            </a:r>
            <a:r>
              <a:rPr lang="zh-CN" altLang="zh-CN"/>
              <a:t>系统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组，小组成员：</a:t>
            </a:r>
            <a:r>
              <a:rPr lang="zh-CN" altLang="en-US">
                <a:sym typeface="+mn-ea"/>
              </a:rPr>
              <a:t>赵子尧，</a:t>
            </a:r>
            <a:r>
              <a:rPr lang="zh-CN" altLang="en-US"/>
              <a:t>史学家，李涵潇，李嘉</a:t>
            </a:r>
            <a:r>
              <a:rPr lang="zh-CN" altLang="en-US"/>
              <a:t>宝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50495" y="151765"/>
            <a:ext cx="11955780" cy="6457315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ECB019B1-382A-4266-B25C-5B523AA43C14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75" y="1757045"/>
            <a:ext cx="9822815" cy="29756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9700" y="817880"/>
            <a:ext cx="8780780" cy="5124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3520" y="287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超声波模块原理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26365" y="72390"/>
            <a:ext cx="11981180" cy="6659880"/>
          </a:xfrm>
        </p:spPr>
        <p:txBody>
          <a:bodyPr/>
          <a:p>
            <a:r>
              <a:rPr lang="zh-CN" altLang="en-US"/>
              <a:t>主程序系统</a:t>
            </a:r>
            <a:r>
              <a:rPr lang="zh-CN" altLang="en-US"/>
              <a:t>框图</a:t>
            </a:r>
            <a:endParaRPr lang="zh-CN" altLang="en-US"/>
          </a:p>
        </p:txBody>
      </p:sp>
      <p:pic>
        <p:nvPicPr>
          <p:cNvPr id="2" name="ECB019B1-382A-4266-B25C-5B523AA43C14-1" descr="C:/Users/Administrator/AppData/Local/Temp/wpp.HGMJkT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65" y="25400"/>
            <a:ext cx="3658870" cy="6807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223520"/>
            <a:ext cx="11426825" cy="6547485"/>
          </a:xfrm>
        </p:spPr>
        <p:txBody>
          <a:bodyPr/>
          <a:p>
            <a:r>
              <a:rPr lang="zh-CN" altLang="en-US"/>
              <a:t>定时器</a:t>
            </a:r>
            <a:r>
              <a:rPr lang="zh-CN" altLang="en-US"/>
              <a:t>流程图</a:t>
            </a:r>
            <a:endParaRPr lang="zh-CN" altLang="en-US"/>
          </a:p>
        </p:txBody>
      </p:sp>
      <p:pic>
        <p:nvPicPr>
          <p:cNvPr id="4" name="ECB019B1-382A-4266-B25C-5B523AA43C14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710" y="0"/>
            <a:ext cx="514858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MwODI2Mjg5NzMxIiwKCSJHcm91cElkIiA6ICI1NTUwNTQ4OTIiLAoJIkltYWdlIiA6ICJpVkJPUncwS0dnb0FBQUFOU1VoRVVnQUFBY1VBQUFOUkNBWUFBQUNTcWFmNEFBQUFBWE5TUjBJQXJzNGM2UUFBSUFCSlJFRlVlSnpzM1hkOFRlY2ZCL0RQdWJrWkpDSUlrbGhSWW9TUVdMVkhVRUd0RU5RdXNYZExyTmFvcUNwYXMxWmJXcXFsWm9wYU5XTFRDRUlrRVlSRUV0azdOK1BlNS9kSGI4N1BiWUpReVpYNHZGOHZyNTl6N2huZmM1TmZQODV6bnZNOEFCRVJFUkVSRVJFUkVSRVJFUkVSRVJFUkVSRVJFUkVSRVJFUkVSRVJFUkVSRVJFUkVSRVJFUkVSRVJFUkVSRVJFUkVSRVJFUkVSRVJFUkVSRVJFUkVSRVJFUkVSRVJFUkVSRVJFUkVSRVJFUkVSRVJVZEVnNmJzQUlxTGlvcHBkL2JxU2dVRmJTVWdOaENTc0pBbWxoWkFNOUYzWDIwQ1NoRm9JSkVwQ2loU1N1QW1OeGpza3lDOUEzM1g5RzBPUmlPZy9hV3hvV3p2TFhaS2s4WkFrQndBd0xWa1NOdFpXTUM5dERxVUJNeEVBc3RWcUpDWW1JU0lpRXFscGFRQUFJWEJMQTdIK2NjRE5Id0ZrNjd0R01CU0ppRjZmclYyRDkyRWc3WlFrNlQySGV2Ym8wZDBGYlZxMVFHMjdtdm91N2EwV0dCU01jeGN1NG84angrQjN4eDhBZ2tXMlprakl2VnRYOUYwYkVSRzlobXAxSFNkV3IrdVkyYno5QitMSTBSTkNvOUVJZWpVYWpVWWNQbnBjdk4rdXM2aGUxekd6V2wzSGlmcit1UklSMFN1cVZ0dHhYdlc2am1Mb3FIRWlQajVCMzlsUzVNWEZ4NHZCSDQ4UjFlczZDdHM2RFdmcjgyZkx4bTRpb2xkZ1c3dmhPSVZDK3ViRHJsMndmdlVLbUpZc3FlK1NpcndTSmlibzBjMEZEME5DY08vK2cwNWxMSzNDRTJJaXIrdWpGajVUSkNMS0oxdTdCdTlMU3NXNXRxMWJHdjY0Y1MwVUNvVytTeXBXMUdvMVJvMmZBdS96RnpKRnRtaXJqMmVNREVVaW9ueXd0YlUxa1VxVXZsWEp4c2J1OFA1ZE1DOVZTdDhsRlV0Snljbm8xcnMvbm9SSEJFS1Y2QmdTRXFJcXpQUHpuemxFUlBsaFVub0JJTmt0V2ZnWkE3RUFtWmNxaGNVTDVrR1NwTm93c1poZjJPZG5LQklSdllSTnJWcVdrREM1czNON3RHM2RVdC9sRkhzZDJyYUdjL3Uya0NReHVWS2RPdVVLODl3TVJTS2lsekNTU3N5UUlKbE9uakJHMzZXOE02Wk9IQWRBTWpPQ3lTZUZlVjZHSWhIUkMxU3VWNitzcE1BRTUvWnRVZCsrcnI3TGVXYzQxS3VMOW0xYkF4Q1RxMVoxS0ZOWTUyVW9FaEc5Z0RMYllBZ2dsWm84L3ZYdUV0VnFOUklTRXZEbzBTUGN2SGtUcDArZnh0V3JWM1cyMmJWckZ5SWlJblRXZVhsNTRkeTVjL2s2eDRvVks3Qml4WXBYcXN2UHp3OXVibTR2M09icTFhdTRlZlBtS3gxWHJWYWplL2Z1VUtsMCs4ZGN2SGdSbzBlUGZxVmpUUm8zR3BDa1VsSkp4ZUJYMnZFL1VCYldpWWlJaWlSSjRXcGZwellhT3RSNzRXYVptWm1ZT0hFaTB0TFNrSjZlanN6TVRLU2xwY0hRMEJEbHk1ZUhoWVVGU3BjdWpkS2xTNk5XclZyeWZwR1JrZmpoaHgvdzRZY2Y2aHl2YXRXcVdMaHdJVnEwYUFHbFVqLy9xVTVOVGNVMzMzeURuVHQzUXFGUTRLZWZma0pXVmxhZTJ3NFpNZ1FtSmlaNCt2UXAxR28xVEV4TWRENy84Y2NmMGF0WEx3QkFlSGc0Ykd4c1hucitSbzROVUx1V0hRSUNnMXdCckh0RGwvVkNERVVpb3Vlb1dLTkJCUUN0UCtqay9OSnRqWXlNOE1VWFg4REV4QVFsUzViRWlSTW5zR0hEQm5oNGVLQmR1M1lBZ09qb2FDUWtKTURPems3ZTc2ZWZmc0xRb1VOaGFtcUtmdjM2SVRFeEVXcTFHbXExR2taR1J1amF0YXU4N2RTcFUzT0ZaMzZFaDRlalI0OGVPa0VsaEVCbVppWmF0V29scjlOb05LaGZ2ejYyYk5tQysvZnZ3OGJHQnMyYk4wZEFRQUNxVmFzbWI3ZGh3d1lNSHo0Y0piVURGMnpZc0FFREJnekFnd2NQY1AzNmRWaFlXT0RLbFg5ZU1XelNwQW11WDcrTzFOUlVkTy9lSFNrcEtSZzVjaVMyYmRzR0t5dXJsOWJlMmJrOUFnTHZ0YldwVmNzeVBDZ281cFV2bm9pSTNnemJPZzNIVnEvcktPNzRCK1I3eUxKSGp4Nkp5Wk1uaS9uejU0dVltQmg1L2FGRGgwU25UcDNFVHovOUpLOExEUTBWcnE2dUlpTWpRMnphdEVtRWhZVUpJWVJZdG15WjhQRHdFRUlJb1ZhclJWcGEyZ3ZQdVh6NWNyRjgrZkxuZnY3a3lSUFJvVU1IblhXM2J0MFMvZnIxMDFsMzZ0UXA0ZTd1TG9RUVlzNmNPV0xpeElsaTRzU0pvbG16WnVMcTFhdENDQ0d5czdORm8wYU5SR0ppb2x4Zm8wYU5SSHA2dWxpN2RxMXdkWFVWcnE2dVl2cjA2YUpwMDZZaU9UbFpEQmd3UU55NGNVTSt6L2J0MitYcmU1bGJ0KytJNm5VZFJiVmFEZHdMNDJmT08wVWlvdWVRSkttSGpiVVY2dGFwbFkrdGdkV3JWMlBIamgyb1c3Y3VURTFOc1dEQkFpUWxKU0V1TGc1V1ZsYllzR0VEYXRiOC93d2FYMzMxRlQ3NDRBT2NPblVLaHc0ZHd2RGh3M0hwMGlXY09YTUdPM2Z1QkFEczJiTUhWNjllZmVrenc5OS8veDM3OSsvWFdkZTJiVnNzWGJyMHRhNzl5eSsvQkFDY1BuMGFDUWtKYU5Tb0VhQnRKZ1lnMzNYbUxCc1pHV0hTcEVtSWpZMUYwNlpONGVMaWdnNGRPbUQxNnRWNDh1UUpObTdjaUpTVUZLU2twQ0ExTlJVSkNRbTRlL2N1NnRaOWNlZWwrdloxWVcxVkVSRVJrVDBCZlA5YUYvTUtHSXBFUk04aEJKeWFOV2tNU2NyZjRGK2RPblZDL2ZyMVViWnNXU2dVQ3V6ZHV4Zmg0ZUdZUEhreXFsYXRpdkR3Y0oxUUxGT21ETzdkdTRjZmYvd1JYMzMxRlI0L2Zvd3Z2dmdDTTJmT1JISnlNcUtqbzFHalJnMnNYNzhlWGw1ZTZObXo1M1BQM2F0WEwweWVQRmxuM2JQUEloTVRFOUc1YzJkNU9UczdHNm1wcVRyck1qTXpkWjUzSmlRa1lQbnk1Vmk1Y2lWKytPRUhORy9lSE5iVzFsQXFsVEF5TWdJQVpHVmxRYWxVeWtQZUJRVUZZY2lRSVlpS2lvS1ZsUlZhdEdpQit2WHJ3OXJhR3BhV2xpaGJ0aXpNemMyeGJkczIvUExMTC9EMDlIemhkeXBKRXBvMmJnU3Z3MGNjOC9WRCtJOFlpa1JFZWJDMWRiU1FKTmpVcWxrajMvdlVxMWNQbFNwVndxKy8vb296Wjg2Z2I5KyttRDkvUHBSS0pVSkRRekZ2M2p5RWhvWmk4T0IvT2xNdVhyd1lodzRkZ2thalFZY09IYkJreVJLWW1KaGc3dHk1c0xXMVJWWldGckt6czlHNmRXdXNYTGtTTFZxMFFQbnk1Zk04dDVHUkVVcTlZS1NkMHFWTDQ4U0pFL0t5bjU4ZnZ2amlDL3orKysveXV0T25UOHQzcU5uWjJaZzllellNREF3UUdSa0pMeTh2OU8vZkg5SFIwVEEzTjVmM3ljaklnS0doSWFBTjFjaklTRlN2WGgzbnpwMURyVnExNE95YzkvUFkvdjM3d3lDZkV6RFhzcXNCUUtwU3RtWk44N2pnNEtSODdmU2FHSXBFUkhuUUdJbjZCcEJnWjVmL1VQVDA5SVNYbHhjTURRM1J0R2xUZUh0NzQ5aXhZMGhMUzBOYVdocFVLaFUyYk5pQXg0OGZ3OFBEQTdHeHNmaisrKyt4YnQwNjNMdDNEMU9uVG9XWm1SbTZkKytPZGV2VzRkeTVjL0QzOThlOGVmUHc1NTkvdmpEMDNpUzFXbzBaTTJZZ01URVJjWEZ4bURGakJ1YlBudzhMQ3d0Y3ZYcFZwOU5OVmxZV2pJMk5BUUFoSVNFd01URkJVbElTTGwrK2pNYU5HOFBYMXhmang0K0hoWVdGdkk4UUFwSWs0ZWpSby9tcXg2N0dQeitEVWtxVCtuSEF4VGQrd2M5Z0tCSVI1VUVob1Q0QXZNcWRZc2VPSGVIbzZBaExTMHVZbXByQ3pNd003dTd1K1Bubm4xR3hZa1VZR0JnZ0tTa0pVNmRPUlVSRUJEWnYzb3lJaUFpNHVibWhVcVZLV0w5K1BVeE5UWkdRa0tBVElnQjBlcUcranNURVJKMmVwaS9xZlFvQUZTdFd4Tml4WS9IVlYxL0IzZDBkQ3hjdWhKV1ZGVzdldkFsN2UzdDVINVZLSllkaXJWcTE0T2JtaG1IRGhpRWpJd05qeDQ3Rnc0Y1AwYVJKRTZ4YjkvODNLaElTRWpCdzRNQjgxMTVMK3c4VEJaVDF3RkFrSWlwOGtnS1ZqQXdOVWJuU3k5K255OUdpUlF2Y3ZYc1hxMWV2eHRxMWEyRm9hQWlGUWdGVFUxUHMzcjBidnI2K1dMeDRNYlp1M1FwSmt2RHh4eDlqNU1pUnFGS2xpdHlVK09EQkE1UXZYejdYdTRrUkVSRW9XYklrU3BjdS9WclhVN3AwYVp3NmRVcGV6cXY1TkllYm14dldyRm1EMU5SVUFFQ2JObTN3ODg4L3c5emNITE5uejhhV0xWdmtiVlVxbGZ4OEVRQkdqQmlCR3pkdXdNZkhCNDhmUDM2dFd2K3RTdVZLTURSVUlqTXpxL0liT2VBTGNFUWJJcUk4Q0FIelVxVks1YnVURFFENCsvdGo2dFNwNk4rL3YveWNMWWVycXl1eXNyTGc3dTZPK1BoNEFJQ0ZoUVZDUWtLd2J0MDZqQm8xQ3BjdVhjTGV2WHZSc21YdVFjZFBuejZONzc3N0RwbVptVWhPVHRiNWs1bVptZWY2NU9Sa3BLU2t3TWJHUnVkNUlyVFBJQk1URTNPTlBPUG41NGZ3OEhCWVdscnFySzlVcVJJMmJ0eUlaczJhNlhRV1NrbEpnYW1wcWJ4ODZOQWhQSHIwQ0ZPbVRNSEVpUk1SSGg2ZTcrL3ZlUlFLQmN4TXpRQkptT2RqOC8rRWQ0cEVSSGt6TDFteVJMNDNQbi8rUEJZc1dBQlBUMDgwYTlZTUdvMEdLcFVLcWFtcE1EUTBoSW1KQ1ZhdVhBbFBUMDk4L1BISFdMOStQY2FQSDQ4S0ZTcmcvZmZmeDRRSkUzRC8vbjBjUDM0Y3YvNzZLNkFOcnVUa1pBQkFhR2dvcksydHNYZnZYcDJteUdjZFBudzQxN3B5NWNyQnk4c3JWNmVXR2pWcXdON2VIaDA3ZHRSWkwwa1N4b3daa3l2VUR4OCtqTE5ueitLWFgzNlJYNjB3TVRIQnFWT25VTFZxVlFEQTd0Mjc4ZDEzMzJITGxpMndzN05EL2ZyMW9WS3A0T3ZySzQ5bUEyMHo3YXNxV2JJRTRoTWt6dGxGUktRUDFlczAzTk8xdDF1K1hqQVhRb2cxYTlhSTY5ZXZDeUdFZVBqd29XalNwSWxvM3J4NXJwZlVOUnFOMkx4NXM0aUtpaEpaV1ZueWVrOVBUOUd6WjA4UkZCUWtyNHVNakJUZHUzY1huVHQzRnAwNmRSSVBIejdNZHoxdndyMTc5OFN3WWNORWNIQ3c2TisvdjRpSWlCQkNDSEg3OW0zUnRHbFQwYWhSSTlHblR4KzU1Z01IRG9oYnQyN3BIT1A2OWV0aTRzU0pPdXZpNCtORmx5NWRYcW1XTGozNkN0dTZqcnYxL1h0QlJQUk9xbDdIOFhqZlFjTmZPMURVYXJWUXE5WDUzajRpSWtKa1pHUzg5dmtLbWthajBldjUrd3djS216ck5NeGZkOVgvZ00yblJFUjVFQkFDUXJ6Mi9qa3ZzK2RYZnNZQjFhZFhlYlphSU9kSDRaeWZIVzJJaVBJZ1FVcEtTVW5WZHhtdkpTTWpJMWNIbXFJdUpUVUZrRkNnTCs2RG9VaEVsRGNoaWFTVTFLSVppb2NPSGNMNDhlUGw1Wmt6WjJMWHJsMTZyZW0vU2tsSmhRU0dJaEdSbmtqSnFhbHAraTdpdFJ3K2ZCaDkrL1o5N3VmKy92NElDUWtwMUpyK3E1U1VWQWpCVUNRaTBndUJvbm1uZVB2MmJZU0docUpMbHk1NWZoNFZGWVZwMDZiaDNMbHpoVjdiNnhKQ0lEVXREUUNTQy9wY0RFVWlvandvaEJTcVZxc1JGUld0NzFKZVNjNEw5djkrenhEYW9kNm1UWnVHTm0zYVlPalFvWHFwNzNWRVBvMkNScU9CRU9MTkRKSHpBZ3hGSXFJOGFMTFZ0d0VnSU9pZXZrdkp0NHNYTCtMU3BVdDU5aFNOaVluQm1ERmpVTEZpUmN5Wk0wY3Y5YjJ1Z01BZzRKOS9xUGdWOUxrWWlrUkVlVWhOeUx3dGhCQjNBNEwwWFVxK3BLU2tZTW1TSldqYXRHbWVuMi9kdWhXTkdqWENpaFVyY28ycityWUxETG9ISVlRbUkwVjV1NkRQeFZBa0lzcERURXhnTW9CSGdmZUM5VjFLdnR5OWV4ZE9UazdvMEtHRHZDNHJLd3ViTm0yQ3Q3YzMzTnpjTUd2V3JIelBZZmcydVJ0MEQ1Q2toK0hoUGdYZTg0bWhTRVQwUEJKOHIxenpnZmdQTC9FWGxpWk5tbUQyN05ueThva1RKOUNuVHg5Y3YzNGRkbloyc0xXMTFXdDlyMHNJZ2F2WGZDQUorQmJHK1JpS1JFVFBJVFE0RkJFWmlUditBZm91NWFVa1NZS1ptWm04YkdSa0JBOFBEMnphdEFuVzF0YTV0bCsyYkJtZVBIbFN5RlcrT3I4Ny9uZ2FGUTBoeEpIQ09COURrWWpvT2JKRXVwY1FVQi8vNjdTK1MzbGw3ZHExUTl1MmJaLzcrWkVqUjRyRXFEY24vam9EQU5uWnFka0hDK044REVVaW91Y0lEd3FLQVhEK3hLbWlGNHJQTWpFeFFWaFltTHpzNStjSGxVcUZTcFVxNmJXdS9EaHg2Z3lFRU9mQ3d1N0VGY2I1aWxZWEpDS2l3aVkwQndLRGd0dGR2M0VMalJ3YjZMdWExOUt0V3pmTW1qVkxubGN4TlRVVnc0WU5nNG1KaWI1TGU2SHJOMjRoNkY0d0pHQi9ZWjJUb1VoRTlBS1pRclhEQ0NVODEyM2NZdnJqeHJYNkx1ZTF0R2pSQW1mUG5vVktwWUlRQWtaR1JrWGl0WXgxRzdZQUVNbVp5TmlwNzFxSWlFakx0bTdEWmRYck9ncS9PLzU2blZQd1hYTFQ3N2FvWHRkUjJOWnUrRlZoL3F6NVRKR0k2Q1ZVV1lvVkFraGQrOTFtZlpmeXpsajczV1lJaU5STWtiNmlNTS9MVUNRaWVvbklZTjlvQ0xIMnhLa3orT3YwV1gyWFUreWRQSDBXZjUzeEJvUzBSdHZacWREb2R5cGxJcUlpd3RiVzFnUWxMRzVYTEc5WjQvQytYU2hYcnF5K1N5cVdZdVBpMEsxM2YwVEh4QWFMOUFTSGtKQ1FRbjF2aEhlS1JFVDVFQklTb3RLb3hZaW82SmpzY1ZNK1JWWldscjVMS25ZeU16TXhidktuaUk2SnpkSUk5YkRDRGtRQUtIcUQ0QkVSNlVsaTdOUEhwY3RXaUkxOCtyUzdmMEFnWERwM0xKSmppYjZOTWpJeU1HSGFURnk4ZkJWcUlTWThEcmhWS0Mvci94dC9ta1JFcnlBeDl1bTEwdVVxcWtNZVBYYStmdU1XMnJkcGpSSWxTdWk3ckNJdEpqWVc0eVovZ3ZNWEwwTUl6ZHhIQWJkVzY2c1doaUlSMFN0S2pIM3FiVkhPS2pFMDdFbm5mUWYvVUZpV0xZdGFkaldoVVBDSjFLdkl6bFpqMzhGREdEdjVFd1RmZjVDdEZtTGFvNEJiSy9WWkV6dmFFQkc5cG1wMUhGc3FKUEViSUZXeHNiYkdnTDY5OFVGblo5UzJxNm52MHQ1cWdVSDNjUFRFS2Z5Kzd3RENJeUlCNExGR3FBYytDdkM3cE8vYUdJcEVSUDlCeFlvTlRFdFlZSlFrU2U2UUpBY0FNQzFaRWpiV1ZqQXZiUTRsbnprQ0FMTFZhaVFtSmlFaUloS3BhZHBwRVlYd0UwSjhuNWxzK0gxaHpKV1lId3hGSXFJM3BKcGQvYnFTZ1VGYlNVZ05oQ1NzSkFtbGhaRDBtb29TaENFQUNFaDY3UzRyU1VJdEJCSWxJVVVLU2R5RVJ1TWRFdVQzOXMvSlJVUkV4WWVUazlOcEp5ZW5vajNOUnlIaVUyRWlJaUl0aGlJUkVaRVdRNUdJaUVpTG9VaEVSS1RGVUNRaUl0SmlLQklSRVdreEZJbUlpTFFZaWtSRVJGb01SU0lpSWkyR0loRVJrUlpEa1lpSVNJdWhTRVJFcE1WUUpDSWkwbUlvRWhFUmFURVVpWWlJdEJpS1JFUkVXZ3hGSWlJaUxZWWlFUkdSbHFUdkFvaUk2TTF4Y0hCd1VDcVZYam5Ma2lSWkFZQVFJakpublZxdDduSHIxcTNiK3FyeGJjWlFKQ0lxWGlRbko2ZkhraVJWenV0RElVU1lyNjl2VlFDaThFdDcrN0g1bElpb2VCR1NKTzBWUWtDSS8rZGV6cklrU1hzWmlNL0hVQ1FpS21ZMEdzMEJTY3JkRUNoSkVqUWF6UUc5RkZWRXNQbVVpS2o0VVRnNU9UMEZZSmtUanRxN3hoaGZYOStLQURUNkx2QnR4VHRGSXFMaVJ3UGdJSjVwTnRVNnlFQjhNWVlpRVZIeHRQZlpKbFJKa2lDRTJLZlhpb29BaGlJUlVUR1VrWkh4bHhBaUpXZFpDSkdTbVpsNVVyOVZ2ZjBZaWtSRXhaQy92MzhtQUM5bzd4SUIvS0ZkUnkvQVVDUWlLcjcyUDlPRXlxYlRmR0FvRWhFVlUvSHg4WWVFRU5sQ2lPem82T2pEK3E2bktGRHF1d0FpSWlvWUlTRWhxakpseXB3RUlJV0ZoYVhydTU2aWdLRklSRlM4L1NxRTREdnArY1F2aW9qb0JhclhjUnd0Z0VINnJ1TjFTWkpRQ28wUWtCUnFmZGZ5dWlSZzU4T0FHMXNLNDF5OFV5UWllZ0VCRERJM04ydHZYNmUydmt0NUova0hCQ0lwS1FVQUdJcEVSRzhEK3pxMThldFAzK3U3akhmU1I4UGRjZm1xVDZHZGo3MVBpWWlJdEJpS1JFUkVXZ3hGSWlJaUxZWWlFUkdSRmtPUmlJaElpNkZJUkVTa3hWQWtJaUxTWWlnU0VSRnBNUlNKaUlpMEdJcEVSRVJhREVVaUlpSXRoaUlSRVpFV1E1R0lpRWlMb1VoRVJLVEZVQ1FpSXRKaUtCSVJFV2t4RkltSWlMUVlpa1JFUkZvTVJTS2lRcEtkbmEzdkV0Nm9qSXdNcUZRcWZaZnhSakVVaVlnS2lidTdPODZmUDYremJ0ZXVYWmd6WjA2ZTI2ZWtwTHpTOGRQVDAvSExMNys4Y2wwLy8vd3p0bTNibG12OTZOR2pjZW5TcGVmdWQralFJWXdmUDE1ZW5qbHpKbmJ0MnZYSzUzK2JLUFZkQUJIUnV5QXlNaEozNzk1Rnc0WU44N1Y5ZW5vNjNOemNNSDM2ZEh6d3dRY0FnSEhqeHNIUHp3OUs1VC8vNmM3TXpNU0hIMzZJZWZQbUFRQ01qWTF4K1BCaFdGbFpvV1BIanZEejg4T1ZLMWZ5UEw2OXZUMWF0bXdKQUxoLy96NGNIUjExUHI5MjdScWlvNlBSdEdsVEpDVWxRYUZRd016TVRHZWJ3NGNQbzIvZnZzKzlCbjkvZjVRc1dSSzJ0cmI1dXVhM0FVT1JpS2dRbkR4NUVnWUdCdmprazAva2RXUEdqSG51OWlWS2xNQ1NKVXN3ZWZKa1ZLaFFBWTZPamxDcFZGaTllaldhTkdrQ0FOaTVjeWNlUG53SUFFaElTTURUcDAvUnIxOC9aR1ZsNGZIangvS3gvdjc3YjZTbXBxSmR1M2J5Y2tKQ0F1clZxNGVBZ0FBRUJnYkN6czRPVjY1Y2diVzFOYXBXcllwTm16Wmg2dFNwVUNxVjJMMTdOMkppWWpCNzltejVtTGR2MzBab2FDaTZkT21TWi8xUlVWR1lObTBhaGc0ZHlsQWtJaUpkUjQ4ZXhaUXBVMUN2WGowQXdLSkZpM1NleDJrMEdpZ1V1ayswR2pWcWhKMDdkNkphdFdxSWpJekV2WHYzVUwxNmRmbHpTWktRbEpRRUlRUnUzNzZOMzM3N0RRQVFFUkdCTW1YSzRQdnZ2NGVEZ3dNeU1qS1FscFlHZDNkM1FIdUhtWldWaGFpb0tPemF0UXZCd2NHNGZ2MDZ2THk4MEtwVks5U3RXeGZHeHNibzBLRURBR0R3NE1Gd2RYVkYzNzU5WVdkbkJ3RFl1SEVqbWpWckJrTkR3MXpYbXBpWWlHblRwcUZObXpZWU9uUm9nWHlmQllYUEZJbUlDdGo1OCtlUmxKU0UvdjM3dzhIQkFRNE9Eb2lLaWtLMWF0VUFBTGR1M2NLb1VhTVFHeHNMQUlpSmljR2FOV3V3WnMwYXBLU2tJQ1FrQkJNblRrU1BIajFRcmx3NStiaE9UazY0ZmZzMjJyZHZEMzkvZjZ4YnR3NXIxcXlCaVlrSmhnd1pJbStYbFpVRkV4TVRuV1ZqWTJQWTJkbkJ3OE1EbFNwVndqZmZmSU5PblRvaE1URVJTNVlzUVh4OFBOemQzVEZ3NEVDNHVia2hOVFVWNjlldkJ3QmN2SGdSbHk1ZGdpUkp1YTQxSmlZR1k4YU1RY1dLRlovN3JQUnR4anRGSXFJQ0pJVEFoZzBiTUdqUUlDUW1KcUpNbVRKNCtQQWhEQTBOVWFWS0ZWeTZkQW4xNjlkSDJiSmxNV3pZTUt4YXRRcVdscGF3c0xEQW1UTm5VS1ZLRmJScDB3WmR1M2JGaUJFamRJNWRwMDRkSEQ1OFdHZmQxcTFiWVcxdERUczdPeXhkdWhSejVzeEJTa29LYkd4czVHMnlzckpRcWxRcEFFQlFVQkJxMTY0TmFPOHdHemR1TE85dmFXa3Axd0lBWGJ0MnhkMjdkN0ZreVJJMGJkbzB6K3ZkdW5VcjNOemNNR1BHREJnWUdMeng3N09nTVJTSmlBclFwVXVYa0p5Y0RCY1hGN2k1dVdIRWlCRklTVWxCOCtiTjVUc3RoVUtCV2JObW9VeVpNaGc1Y2lTMmI5K09ZY09HSVNJaUFnQmdhV21KKy9mdm8zWHIxanAzaXRCMjRObXhZd2ZxMXEyTGl4Y3ZZdE9tVGZqa2swK3djT0ZDdEczYkZ0QStiNnhUcDQ2OFQwWkdodHpzZWVmT0hUUm8wQUFBRUJnWWlGR2pSdUhERHovTTgxcCsvLzEzUEh6NEVFNU9UbkJ3Y0lDZm54K2dEZGtmZi93UjN0N2VjSE56dzZ4WnN3cmt1eXdNREVVaW9nSlV0MjVkekp3NUV4WVdGbkpnUlVSRVlOV3FWYm0ySFRObURHcldySW1xVmF2bSttekJnZ1c0ZGVzV2Z2amhCMWhaV1FIYTU1UmJ0MjVGclZxMThQZmZmK1B6eno5SHBVcVZzRzdkT3BRclZ3NERCdzRFQUR4OCtCQURCZ3lRajVYVGZBb0F3Y0hCYU5pd0llTGk0cENZbUlqS2xTdGozTGh4dUhmdm5zN3p3dVRrWk15WU1RTzllL2RHM2JwMTVUdlVFeWRPWVBYcTFhaFVxUkxzN095S1ZLZWF2UENaSWhGUkFTcFRwZ3phdEdrREFIanZ2ZmZRclZzMzJOblpvVVdMRm5sdTcrenNuS3ZERFFDWW1KaWdmLy8rV0xac0dUUWFEYUtqbzdGcTFTcDRlSGpBd01BQXNiR3grUExMTDFHelprMHNXTEFBZG5aMm1EUnBFdUxqNHhFZUhvNWF0V3JKeDFLcFZISW96cHc1RXdjUEhzU1VLVlBRc1dOSGVadFZxMWJoNk5HajhwK2VQWHNDMnM0OXo3NmFZV1JrQkE4UEQyemF0QW5XMXRhNTZsNjJiQm1lUEhueW43N0R3c1JRSkNJcUpEZHUzTUJQUC8zMFNzMkwyZG5aMkxoeEk4TER3ekYwNkZCb05Cck1uejhmbzBlUHhzY2ZmNHpHalJzREFMcDA2WUwzMzM4ZkFHQnFhb3JseTVkanpwdzVPSERnQU5xMGFZUFNwVXZMeDFTcFZEQXlNZ0lBV0ZsWndkUFRFM2Z2M2tWMGRQUXJqN3JUcmwwN3VaazJMMGVPSENsU285NHdGSW1JQ3NHZE8zY3dmZnAwakI4L0hnNE9Edm5hSitkdU1EZzRHS1ZMbDBaNmVqcnM3T3p3NTU5L3luOS9Ia21TWUd4c2pCMDdkbURVcUZFNm42V2twTURVMUZUKyt4ZGZmSUVwVTZZZ0xDd015NWN2Zisxck5ERXhRVmhZbUx6czUrY0hsVXFGU3BVcXZmWXhDeHVmS1JJUkZiQURCdzVnK2ZMbEdERmloTTZyRWkralVxa3dlL1pzVks1Y0dkOTk5eDMrL1BOUE5HdldEQWNQSG9TZm54L216cDJMaWhVcm9uWHIxdWpjdWJQTzg3ems1R1I0ZUhoZ3hJZ1JxRjI3TmlJaUltQnNiSXo0K0hnRUJnYWlhdFdxaUl1THcvang0MUduVGgwTUh6NGNmZnYyUlVKQ0FqdzlQZUhoNFNIZlRVTGJXZWZaSnRpOGRPdldEYk5tellLWGx4Y01EQXlRbXBxS1ljT0c2YndPOHJaaktCSVJGYkRBd0VCNGVucktMOFBuMTdwMTY1Q1VsSVRwMDZlalFZTUcrUEhISCtYZ3ExeTVNcHlkblhINjlHa2NQWG9VblR0MzF0bDMyYkpsNk5DaGcvenkvTEpseTNEdTNEbVltSmpBMWRVVnRyYTJVS2xVYU42OE9hWk1tUUlBTURNems1OFhmdjMxMXpwM3RNdVdMWHRwdlMxYXRNRFpzMmVoVXFrZ2hJQ1JrWkU4SkIwUkVSVUR0blVjVHc4Y05rb1VOUnFOUnQ4bHZCRURoNDBTdG5VY1R4Zld6NXZQRkltSWlxRzhScHVobDJNb0VoRVJhVEVVaVlpSXRCaUtSRVJFV2d4RklpSWlMWVlpRVJHUkZrT1JpSWhJaTZGSVJFU2t4VkFrSWlMU1lpZ1NFUkZwTVJTSmlJaTBHSXBFUkVSYURFVWlJaUl0aGlJUkVaRVdRNUdJaUVpTG9VaEVSS1RGVUNRaUl0SmlLQklSRVdrcDlWMEFFZEhiemo4Z0VCOE5kOWQzR2U4ay80REFRajBmUTVHSTZBVUV4QjlKU1NtNGZOVkgzNlc4RnFWQ1dBQkF0a1pLMEhjdHIwMFNYdm91Z1lpSWlnRW5KNmZUVGs1T3AvVmRSMUhCWjRwRVJFUmFERVVpSWlJdGhpSVJFWkVXUTVHSWlFaUxvVWhFUktURlVDUWlJdEppS0JJUkVXa3hGSW1JaUxRWWlrUkVSRm9NUlNJaUlpMkdJaEVSa1JaRGtZaUlTSXVoU0VSRXBNVlFKQ0lpMG1Jb0VoRVJhVEVVaVlpSXRCaUtSRVJFV2d4RklpSWlMVW5mQlJBUjBadFR1WExsRXVYTGwwK1JKQ25QbXg0aGhDWTZPdG9zTEN3c3ZmQ3JlL3Z4VHBHSXFCZ0pDd3RMRjBJY0VVSkFDQ0d2ejFrV1FoeGhJRDRmUTVHSXFKaFJLQlQ3SkNsM1E2QWtTVkFvRlB2MFVsUVJ3VkFrSWlwbVVsTlQ5d0JRNS9HUld2c1pQUWREa1lpb21Ba01ERXdHY0JMUE5KdHEvYVg5ako2RG9VaEVWQXlwMWVyOXp6YWhhdi9PcHRPWFlDZ1NFUlZER1JrWi8yNUNWVXVTdEZlUEpSVUpERVVpb21Jb0lDQWdWZ2h4QnYrL1MvVDI4ZkdKMFhkZGJ6dUdJaEZSTVNXRWVMWUpsVTJuK2FEVWR3SDA3cXBleDNHMEFBYnB1dzRxR0JLdzgySEFqUzM2cnVOZGxwNmV2cjlreVpKckFVQ2owZXpYZHoxRkFVT1I5RVlBZzh6TnpkcmIxNm10NzFMb0RmTVBDRVJTVWdvQU1CVDFLREF3TU56SnllbWNKRW1LbXpkdlB0RjNQVVVCUTVIMHlyNU9iZno2MC9mNkxvUGVzSStHdStQeVZSOTlsMEgvTktIdWU5NlFiNVFiUTVHSTZBV0tlak4vY29Zd0FUVEN0bzVqVDMzWDhyb0tzeW1lb1VoRTlBSnM1dGV2d202S1p5Z1NFYjBFbS9uMXA3Q2I0dG5PVEVSRXBNVlFKQ0srZ2MzWUFBQWdBRWxFUVZRaTBtSW9FaEVSYVRFVXFVakt6czdXZHdrRktpMHRUZDhsRUwyVEdJcFVKSDN5eVNlNGUvZXV6anFOUm9PeFk4ZWlhOWV1eU16TWZPa3huSjJkRVJ3Y1hJQlZ2aDVmWDErTUdUTW16OC84L2YzeHlTZWY1RnIvNk5FalJFWkdBZ0RpNHVJd2R1eFllYnFndlh2M0lpWW1mME5lN3Q2OUd5dFhyc1REaHcvLzB6VVFGVlVNUlNwU3NyT3prWnljak1EQVFGaFpXU0U1T1JrYWpRWUFzRzdkT3BRclZ3NGRPblRBTjk5OG83TmZZbUlpSGp4NDhNSmpQMzc4R0hGeGNiblcrL3I2b25mdjNybUM1YmZmZmtQanhvMTEvdmo3Ky8vbmE5eTRjU05pWW1Jd2V2Um9qQnMzTGwvN0xGKytIQmN1WEFEK0djVUVpWW1KT1lOQUl6TXpFeDk5OUJHT0h6OHViKy9uNTRlMmJkdkN6YzBOTGk0dTh2cHUzYnFoWnMyYVdMcDBLY2FNR1FPVlN2V2ZyNGVvS09FckdWU2tYTDkrSFN0V3JJQmFyY2FubjM0S0FGaThlREgrL1BOUFBIcjBDTXVXTFFPMGQ1SnIxNjdGcEVtVElFa1NybDI3aGwyN2RtSExsdWUvNnJSMjdWcTgvLzc3Nk5ldkh3RGc3dDI3K1BiYmIvSHc0Y004d3pJcEtRa3VMaTZZUFh1MnZLNWt5WkwvNmZxT0hEa0NJUVQrL1BOUC9QNzc3M0xJQmdZR3dzL1BENUdSa1FnUEQ4ZWVQWHRRdm54NXRHdlhEaEVSRWJoOSt6YVdMMThPQUFnS0NrS2RPblhrWTM3MDBVZXd0N2VIbjUrZnpybmVmLzk5TEYrK0hDNHVMbmo2OUtuOGZRSkFsU3BWTUcvZVBKaVltUHluNnlFcWFoaUtWS1EwYTlZTXJxNnV5TXpNeExCaHc1Q2Ftb3BseTViaHlwVXJzTEN3d0lnUkl3RHQzVkY0ZURqdTNMbURCUXNXdk5hNTR1TGk0T3pzckJPVXowcE1URVRac21WUnFsU3AvM3hkMERiL3JsKy9IaFVxVklDSGh3Zk9ueitQeG8wYlk4K2VQVWhPVGtab2FDaXNyYTJoVkNxUm1abUpIVHQyb0YyN2R2RDM5MGRxYXFwOHg1ZVJrUUVBT0gzNmRLNXpiTm15QllNSEQwYUxGaTEwMWx0YVdtTFZxbFVBZ0tkUG4yTHUzTGt3TXpORFJrWUc5dTdkaXdFREJzREF3T0NOWENmUjI0eWhTRVhPbFN0WDRPcnFpa09IRHNISXlBaHF0Um9IRHg2RVVwbjcxM25qeG8ydmZmZldxbFVyQUVCNGVIaWVueWNsSmFGcTFhcDVmclptelJyY3YzOGZxMWV2bHRlNXVycGkwS0JCNk5ldkg2S2pvN0YwNlZMNCtQaEFvOUZnK1BEaGNIZDN4N3g1ODNEczJERjA2TkFCcFVxVmdvdUxDNDRlUFlvcVZhckF3Y0VCdFd2WHh0MjdkOUcrZlhzNTlEcDI3SWhyMTY0QkFMS3lzdENwVXlmczJMRURWYXBVZWU2MStmbjU0ZUxGaStqZXZUc0F3TURBQUphV2xvRDJIeFJoWVdHSWo0K1htNkVWQ2o1cG9YY0RRNUdLRkpWS2hVZVBIcUZjdVhJNGR1d1lQRDA5a1pTVWhIMzc5c0hJeUFoSlNVbm8yN2N2VHA4K2pWYXRXc0hLeWdxbFM1Y0dBSVNFaE9qY05hYWxwZUc3Nzc2VDcvVDgvZjN4L3Z2djU3dVdwS1FrL1B6enp6aHc0QUNxVkttQ0FRTUdvRU9IRHZuYWQrWEtsZEJvTkRoNDhDQUE0TW1UZnlZd0tGR2lCSXlNakdCbVpnWmpZMk9ZbVptOTB2ZHo2ZElsR0JvYUlpTWpJODlPUk5XclY1ZnYrSm8yYllyUFB2c01RNFlNd1k4Ly9vaTllL2ZpNmRPbjJMTm5Ed0JnM3J4NU1EWTJ4dkxseS9ITW5IeEV4UnBEa1lxVW9LQWdKQ1VsWWVYS2xYank1QWs4UFQwUkhSMk5zV1BId3Q3ZUhnTUhEb1NMaXd1OHZiMVJ2MzU5WEx4NEVmMzY5WU9EZ3dObXpKaWhjNnhUcDA3QjBkRVJGU3RXQkxSM1NCWVdGdm11WmM2Y09jQS9jOWJoNU1tVG1EbHpKdGFzV1lPV0xWdStkRjlKa2hBWEY0ZlUxRlJVcWxSSjU3emUzdDd3OC9ORGZIdzhidDI2aGRxMS94bHpNeXNyQ3hrWkdkQm9OTS90QUhQNDhHR2twNmRqN3R5NXNMYTJsdGVyVkNyOC9mZmZPSHYyckJ5MGhvYUc4dDNoeUpFak1XVElFSHo0NFljd01qS0NpWWtKd3NMQ3NHL2Z2anp2d0ltS0svNjJVNUZTdTNadGJOMjZGY0hCd2Zqamp6L2c3dTZPcFV1WFl1WEtsVEF6TTVOZlEvaTNjdVhLb1ZPblRqclB4Wll0VzRhV0xWdWlaczJhQUlET25UdERyVmJudXhZckt5djU3Nk5IajRhL3Z6LysrdXV2ZklYaXJGbXpzR3JWS3ZUcjF3OHRXclRBOU9uVDVlYk90bTNib2t1WEx2anJyNy9RbzBjUCtjNXQxNjVkTURVMXhaTW5UL0QxMTEramJ0MjZPc2Q4L1BneHZMMjlzWExsU3V6YXRVdW42WGJEaGcyb1VLR0N6cDNuMWF0WE1YRGdRSGs1TURBUXRyYTJBQUFiR3hzWUdCZ2dORFFVMWF0WHovZDNRbFRVOFVFQkZTbkd4c2FvVXFVS0tsYXNDSTFHZzhlUEh3TUFKazJhaEtWTGx6NjNtVy9PbkRuWXYvL0ZFNDlmdUhBQjd1N3VyMTJiSkVrd01qSUNBSmlhbWlJMU5WWG44NlNrSlBudkZoWVdXTGh3SVk0Y09RS2xVcWx6Rit2dDdZMFZLMWJnMUtsVFdMSmtDYUFOeXRXclYyUDI3TmxvMkxBaDFxMWJsK3Q5eFkwYk42Sjc5KzVvMmJJbGpJMk5jZVRJRVVENy9IRGZ2bjJZT0hHaXZLMUdvMEdyVnEzdzIyKy95ZXRPbkRpaDAzemNwMCtmWEsrMkVCVjNERVVxVWk1ZHVvU2VQWHRpMnJScENBd01sRHViYk5xMENRc1dMSGp1bldKQk9IandJQ0lqSTVHWW1JamZmLzhkRnk1Y1FMZHUzUUFBOXZiMnVIUG5qaHphQnc4ZVJIeDh2THp2WDMvOWhiaTRPSlF1WFJvMWE5YVUzN1ZVcVZUbzFxMGJac3lZQVdkblo4eWJOdzhBVUtOR0RWU3VYRm5lLy9QUFAwZFlXSmk4Zk83Y09WeTRjQUVUSmt3QUFNeWZQeDg3ZCs3RXhvMGJNV1BHREN4YnRrem56alk5UFYybkExSnNiQ3oyNzkrUGpoMDd5dXQ2OSs2TisvZnZZK2ZPblFYeS9SRzlqUmlLVktRMGFOQUEyN2R2eDZwVnE5QzRjV1BNbWpVTEFEQmx5aFM1UTRpMXRUV1dMbDFhNExWY3VIQUJibTV1Nk42OU93NGZQb3hWcTFiQndjRUJBTkNpUlF2MDc5OGZvMGVQaHB1Ykc4TEN3bEN0V2pWNVh4OGZIL1RwMHdmdDJyWEQxYXRYc1hqeFlnQkFWRlFVeXBVcmwrdGNpWW1KZVBUb0VZS0RneEVWRlFXbFVna3ZMeTlBMjJ5NmNPRkN6SnMzRDJYTGxnVzB6eDlyMWFxRkgzNzRBV1hLbEpIdllIT0VoNGZMejFJQjRMUFBQa1BUcGszbDVsTm83OG8vLy94emZQdnR0emgxNnRRYi8vNkkza1o4cGtoRmlxbXBLZkJNYjgxblBUc2Vxckd4TWRMVDAzVmVKZmoyMjIveDNYZmZ5Y3VKaVlrWU5XcVUvSnd4T3pzN3orZG5OalkyOFBISlBaL2IxMTkvL2NKYXAwK2ZqdW5UcDh2THp6WmZlbmg0d01QREk5YytOMi9leEFjZmZJQWFOV3JBMU5RVTZlbnBrQ1FKSFR0MmhCQUNKaVltYU5Tb0VXclhybzJqUjQ5aTNMaHhtRE5uRHZyMDZZTm16WnJoMkxGak9IbnlKUDcrKzIvMDdOa1RKMDZjd0prelovRHBwNS9DeHNZR3JWcTFRdWZPblhIdDJqVjA3ZG9WS3BVS0NvVUN6WnMzaDdPek16SXlNaEFWRlFWalkyTkFHKzRMRml4QW8wYU5Ybml0Uk1VRlE1R0tQRU5EUXdRRkJXSHIxcTF3ZG5aR1FrSUNldlRvQWFWU2lTbFRwZ0FBUEQwOVg5cUo1dUxGaTlpK2ZYc2hWWjJiV3EzRzdkdTNNWHYyYkJnWkdXSEdqQmtJRHcvSHA1OStpa3FWS3FGaHc0Wm8wS0FCREEwTkFRQzNidDNDdlh2MzhPV1hYNkphdFdyNCtlZWZjZXJVS1hUcjFnMExGaXlRTzlYMDd0MGJMaTR1T0g3OE9JNGRPd1lYRnhmY3UzY1B2WHYzUnZmdTNkRzZkV3NNSHo0Y3FhbXBhTjI2TlF3TURPUm1XQUQ0OE1NUDlmYWRFQkc5TTJ6ck9KNGVPR3lVb1A5TFMwdlRXZFpvTk0vZE5qTXo4N1hQazVLU2t1ZnhzN0t5UkhaMjltc2ZOOGZBWWFPRWJSM0gzRVBxRkVIOFBkV3Z3djVkNHAwaTBWdWtSSWtTT3NzdmVtays1NDd4ZGVRMFEvLzcrSHduc1hBSklUZ3d3bHVHSFcySWlQUmd6Wm8xMkxCaHcwdTMrL2JiYitXZXhtbHBhWWlJaU1EZHUzZHg1Y29WSEQ5K0hMdDM3OVpMUjZpZmYvNFoyN1p0eTdWKzlPalJ1SFRwVXFIWDg2YnduNFZFYjFoMmRqYXlzN1B6bkdGaTlPalJjSGQzZjZYaDVLaDQ2dDY5T3o3KytHTU1HVElFNXVibWVXNXo1Y29WM0wxN0Y1R1JrUmcwYUJES2xDa0RNek16bUptWndkemNIT2JtNXJDd3NJQ0ZoUVhTMHRJd2RlcFVuZjA3ZCs0c0QrS1FuWjBOSVlUY3dsQ2hRZ1hzMzc4ZnZYcjEwbm05NTBXR0R4OHVQNmUvZi84K0hCMGRkVDYvZHUwYW9xT2owYlJwVXlRbEpVR2hVTHp5VUlYNnhsQWtlc1BXcmwwTGxVb2xEd05IK2FaMGNuSXE0K3ZyRzYzdlF0NjB2Lzc2SzgvQkk2cFdyWXE1YytmcXJDdGZ2andXTEZpQTBOQlFmUG5sbDFpM2JoM0N3OFBscWI1eUxGbXlCSzFidDBhN2R1MEE3WUFNczJiTmdwK2ZIdzRlUElqUFB2c001Y3VYUi8vKy9RRUFpeFl0UXMyYU5URjQ4R0NkOCszYnR3OUNDRVJIUjJQZ3dJSDQ2NisvNU0vaTR1TGc1dVltcjFNb0ZFaE1URVJBUUFBQ0F3TmhaMmVISzFldXdOcmFHbFdyVnNXbVRac3dkZXBVS0pWSzdONjlHekV4TVRwVHF4VUZERVdpTjJ6WXNHRndjM05ENTg2ZDBhUkpFeVFsSmNrdjUyZG5aeU0xTlJVSkNRbUFkdjdGZjc5RCtDNnh0YlUxc2JDdzZDSkpVaDhBUFFCOENXQ2x2dXQ2MCtyVnF5Y1BUSi9qeG8wYk9INzh1RHpkV1E1alkyTm9OQnBNbXpZTnMyYk5RbFpXRmpRYURTNWV2SWhldlhySjI4WEh4K1BzMmJQeXFFUHIxNjlIelpvMUVSc2JDeE1URTNuNFFtaDdObnQ3ZTJQVXFGRzVhc3Q1SlNubjlhVm5ueXZudFM0cUtncTdkdTFDY0hBd3JsKy9EaTh2TDdScTFRcDE2OWFGc2JHeFBDais0TUdENGVycWlyNTkrOExPenU0L2ZvT0ZoNkZJOUlhVksxY09FeVpNd1BMbHkvSGJiNy9obzQ4K2dsS3BoSUdCQVNJakk3Rml4UXFZbUpqSS80ck9HUVhuWGZIZWUrK1ZOamMzNzY0TlFoZEprdVQyTlZHWVF4SVZJaXNySzUwUmhRQWdPVGtaWm1abWFOS2tTWjc3ckZ5NUV1WExsOGZBZ1FNeGZ2eDR0R3paVXVkTzhZc3Z2a0NiTm0xMFptWkpTVWxCZW5vNjFHbzFrcE9UWVdKaUFrTkRRMXkrZkJsbHlwVFJHUlhwZGRuWjJjSER3d1AzNzkvSE45OThnODJiTnlNeU1oSkxsaXhCcFVxVjRPN3VqcFNVRktTa3BDQTFOUlhyMTYrWDUrb3NDaGlLUkFYQTFkVVZUWnMybFhzV2J0NjhHUlVyVnRSNXB2aTZreDhYUlEwYU5LaWdVQ2g2YVlPd295UkpSam41bC9PLzJ1OHEzMTB4YTlXcVpXbHFhdm9EZ0x3ZnlMMGhTU3FobDRkaXRyYTJXTDE2TmRxMWE0ZHk1Y3BCa2lTY1BuMWFIbmJ2MGFOSDhQUHp3ODZkTzlHalJ3LzA3TmtUSTBhTVFISnlNcEtUa3pGa3lCQ01IejhlTGk0dStQWFhYNUdhbWlxUGNPVHE2Z3BvV3k0eU16TUI3UkNEMEhibXlaSFh1cElsU3lJb0tFaWV2U1VpSWdLTkd6ZUd0YlUxN096c1lHbHBDVXRMUzNubWw2NWR1K0x4NDhmUG5YdjBiY05RSkNvQUNvVkNaMWkzZDVFRVllam82RGhCa3FUaEFKcEtraVE5RzRUUHZvcndURENPZDNKeXl1OW9BUmFTSkRrS0lXNEFTQ2lRaTNpRCt2WHJoNnlzTEhrNVBUMGR5Y25KT2syaUFEQjI3RmgwNjlZTmx5OWZ4dmJ0MnpGNzlteGtaMmREcVZRaUtpb0taY3VXMVJrTS9zaVJJNGlJaUFBQTdObXpCMWV1WE1IV3JWdXhjZU5HQUVCd2NEQUNBZ0xRdVhOblpHWm00cWVmZm9LbHBTWGF0bTBMTHk4dnJGejUvOVpxbFVxRnpwMDc2OVR6NzNXSER4L0duVHQzMEtCQkEwQTd1OHFvVWFPZU84akQ3Ny8vTGs5UlZoUXdGSWtLUUV4TURLWlBuNDZ0VzdmcXV4UzlrZjY1NmN1U0pDa1ZnRVlJWWZEY2JiVUIrWXF0cHdrQWptVmtaSXp3OS9lUC9POFY1KzFOdlRqKzNYZmY2VnpmcFV1WHNIZnZYcXhZc1VKbk8zTnpjMlJuWjJQQmdnVm8zTGd4QUNBakkwTWVldS92di8vV0dTSXdMaTd1aGFNT3JWcTFDc09HRFVOQ1FnSk1URXp3K2VlZlk5YXNXZGkxYXhkY1hWM2x1OGJRMEZDTUhEa1NKMDZja1BlTmlZbEIzNzU5Y2Zic1daMWpCZ2NIbzJIRGhvaUxpME5pWWlJcVY2Nk1jZVBHNGQ2OWV6cnZ6eVluSjJQR2pCbm8wNmZQZi9qbUNoZERrYWdBWExwMENVcWxVdTZnTUhmdVhIazR1dFdyVjhQYzNCd1BIejRzMXE5bWFJQ3NHemR1YkFHd3hkSFIwVUtoVUh3SW9DK0FMZ0JLL0RzQXRjRzR3ZGZYdDloMXRJSDJGWWhubFM1ZEdvYUdoam9Ec3ovcnE2Kyt3c1dMRndGdHA1cWMxelphdDI2TlJZc1d5ZHZ0MmJNSHNiR3g4ckphclVaMGREU1dMVnNHUTBORFBIcjBDQ3RXck1EbXpac0JBRTJhTklHenN6TThQVDExbnZYRnhNVGtPUmg5WG1iT25JbUpFeWZpK1BIak9qT3JQRHNvUHJSemxoWTFERVdpQW5EMjdGbWRKcWV4WThlaWJObXlXTGh3SWZyMjdRc0hCd2Vkd2NtTHV4czNiaVFBMkFGZ2g3Mjl2Wm1Sa1ZGWFNaTDZTSkwwSVlCU3p3UmtzZXhvOHpxY25KemtVSHp5NUFtc3JhMEI3VFJoUTRZTWtiZUxqNDlIejU0OUVSVVZoZG16WitQKy9mdG8xcXdacWxTcGdvMGJOMkwxNnRXNTNwbWRObTBhK3ZmdkQzOS9mOWpiMndNQWZIMTk4OTFMMU1yS0NwNmVuaGd5WkFpcVZLbWlNeGgvVWNkUUpIckRWQ29WTGwrK0xFOGN2SExsU3RTb1VRT0dob1lvVWFJRWJHeHNVTE5tVFh6eXlTZEY3c1htTjhIZjN6OEZ3TzhBZnE5WnM2YXh1Ym41QjBLSVBwSWs5WHlWampidmtwczNiMkxjdUhGNDhPQUIyclJwaytlZFlxbFNwZkRSUngraFRaczJNREV4UVZoWUdDUkpncE9UVTY3am1acWE0dGRmZjVYdlBpTWpJL0hMTDcva2U4cTFsSlFVZlBIRkY1Z3laUXBPbmp5cDB5dTJxR01vRXIxaDN0N2VxRmF0bXR3RnYwNmRPbmx1OXlhNnh4ZDF3Y0hCR1FEKzBQNVJObTdjMkVMZk5SV0VuRTR1ZWNsNStmNVpVNmRPMVhuV0Z4QVFBQWNIQnp4NDhBQ25UNStHbjUrZnZHMXljakw2OWV1SEVpVks2TFJPVks1Y0dSOTk5TkZ6YThvSnhPdlhyK096eno1RHQyN2QwS3haczVkZVMxeGNITWFQSDQ4NmRlcGcrUERoNk51M0x4SVNFdURwNlFrUER3K2Q5MjRURWhKUXExYXRseDd6YmNKUUpIckR2THk4MEw1OWUzMlhVUlJsKy9qNHhPaTdpSUx3Yk9lVlYyVnFhb3IrL2Z2TFRhQWRPblI0NFRQRlZ4RVhGNGRaczJaaDVNaVJMd3pRWjVVc1dSTE5temVYaDN2TEdYWU8yamxHK1V5UmlIUk1uVHBWbm9XQzZMOXdkM2VIUXFHUWUzUU9HREFnMXpiOSt2WEwxN0Z5UXV4WlpjdVd4ZUhEaDU4N3FwS2xwV1d1bnFjbUppWTZrMmZueUhrRjVGbXpaczNLVjIxdkU0WWkwUnYyb3M0S1c3WnNLZFJhcUdqTGVRMmpJTDNMd3d6bWhWTkhFUkVSYVRFVWlZaUl0QmlLVkd5a3A2ZGovZnIxcnpvcUNxQjljZmxGbldQQ3c4UFJ2WHYzLzFUZnBFbVRjUHAwM29PamhJU0VZUGZ1M1hsK2xwQ1FBR2RuNXp3L3k1bkdKOGZNbVRQeDRNRURBTUQ1OCtkeCsvYnRYUHY0Ky92ckxKODRjUUxwNmVueWNuWjJOZzRlUEFpMVdwM1BLeU1xUHZoTWtZcXNyS3dzUkVmclRyMTMvdng1V0ZwYW9rMmJOanJycmF5c2NPN2NPZno0NDQ4NjZ4MGRIVEY5K25RSUllUXBkUEpqeElnUmlJNk9SbXhzckR3aXlkT25UN0YzNzE2RWhZVmgxNjVkdWZZSkNBakExcTFiOGNjZmYraXNOelUxeGNTSkU3RnIxeTVFUmtibTJTSGllZmJ0MjRlZ29DQXNYYm9VS3BVS1o4NmN3ZWVmZnc1b08wUjgrdW1uNk5XckY4YU1HUU9sVW9uczdHd3NXclFJUTRjT2xZY0d1Mzc5T2c0ZE9vUnZ2LzBXQ29VQ08zZnV4SjkvL29rdVhicTgwbmRDVkJ3d0ZLbklldkRnQVVhT0hDbVB5QUZ0OS9DVEowL2k1TW1UOHJwYnQyN2gyTEZqcUZPbkRzYU9IYXR6akp3WnkzTm1BWGgyTm9BU0pVb2dJQ0FBRXlkT2hFYWpRVXBLQ3B5ZG5kR3dZVU5zMjdZTjE2OWZ4N1p0MjdCbXpSb0FnSnViRzB4TlRmTThEN1REZG5YcTFDblhWRUVHQmdhd3NyTEM1czJiTVhmdVhFUkhSMlBBZ0FFd05EU0VKRWtRUWlBcEtRa3VMaTZBdGh2OUgzLzhnUW9WS3VEQWdRTll1SEFob0IyUHNtTEZpdkw3WjAyYU5NR09IVHV3ZmZ0MitWeEtwUkpmZnZrbFJvOGVqWHIxNnFGNjllcjQ5Tk5Qc1g3OWVxU2xwZUhSbzBmWXZYczNmdmpoaDF5am9CQzlDeGlLVktUWjJOaTh0RWRuemd2TkZTdFd6RFhPWkVoSUNENzg4RU01OUhMdW5wS1NrckIvLzM3VXJWc1hwMDZkUW5oNE9FYVBIbzNEaHcvTCt4NDllaFNPam82QXRza3haMVFSQXdNREdCc2JJekV4VWVkY2hvYUdNRFUxbGFmVWdUWVFMUzB0RVJzYmkzTGx5bUhUcGszeVo3dDI3WUtGaFFVU0VoTGc2dXFLbzBlUEFnQzZkZXNHVTFOVEpDWW1JaXdzRE5PbVRaTnJ5TXpNelBObDhJTUhEOExlM2g0Yk5teEFqUm8xOFBubm42TkVpUklZTkdnUTR1TGlBTzFzQmdZR0JpaFJvZ1NHRHg4T2FNZXlmTjdnQTBURkVVT1JpclRJeUVpZGFYVHlrcHljL056UGJHMXRjZXJVS1lTR2htTDgrUEU0ZE9nUUFLQkxseTVRS3BVSUNRbEJmSHc4WW1OamtaV1ZCVjlmWHlpVlN2ajQrT0RDaFF0WXRHZ1JSb3dZZ2JTME5EUm8wRUJ1YnJ4OSszYWVZNXQ2ZVhuQnk4dExYaTVidGl4V3JGaUJMNy84RWtJSWZQYlpaeWhidHV3THIyZkNoQWtvV2JJa0ZBb0ZmSHg4NVBXVEprMUN4NDRkWHpnalFYWjJOdFJxTlZxMWFnVWpJeU41Ymo0QStPYWJiMkJsWllWQmd3YTk4UHhFeFJsRGtZb3NJUVFzTFMzaDd1Nyt3dTFLbFNvRlEwTkQ5T3paRTRtSmlVaExTNE9Sa1pFOGc4WG16WnVoMFdoMHhpSE56TXlFVXFuRXlaTW40ZXZyQzJobkgxaS9majJzcmEzUnJsMDcvUERERDdDMHRNVENoUXVoVUNoMGhtMXIwcVNKUEEvZWkrVE1uUEQxMTE5ajFhcFYrUFhYWHpGeDRrUkErNkoyWHMyblBYdjJoRUtoMjBjdU1URVIxNjVkdzhDQkF4RWNISnpyUEZaV1ZqQXpNOFBPblR2eHl5Ky9JQ3NyQzZkT25jcjFmZjc3dUVUdkdvWWlGVmtxbFFvV0ZoWTZ6eFR6a2pNa2xwZVhGekl5TXVEaTRwSnI0dE56NTg3cDNLRmxabWJDME5BUVE0Y09oWVdGQlpvMGFZSkZpeFpoNHNTSmNIQnd3T1hMbHpGdzRFQ1VMbDFhM2ljbUpnYmUzdDd5M2VLNGNlUFFxRkVqZVRRU0h4OGZWS3RXVFQ3dnZYdjMwTDE3ZDN6ODhjY3dNRERBcDU5K0toOHJPenNiKy9idFErL2V2WEh3NEVINVBDTkdqSUN0clcydWF6eDI3QmlVU2lVV0wxNmNxN256NnRXcldMWnNHZHEyYll0aHc0YWhaOCtlY0hWMXhkV3JWekYvL254NXU2U2tKSmlZbUdEYnRtM3l1a0dEQm1IWXNHSDUrR2tRRlE4TVJTcXkwdFBUVWJKa1Nmejk5OS80N0xQUG5ydWRtWmtaOXV6WkF3QzRjT0VDR2pac0NCTVRFL2o0K01pVHVENTU4a1JudnJ1Y1VBU0FRNGNPeVVGejZkSWxoSWFHb2xTcFVtalJvb1hPckFMT3pzNjVYZ2Y1N0xQUDVHZUlreVpOd3FCQmc5Q3laVXNBd1ByMTYzVzJQWFBtRExLenM5R2hRd2RrWm1iQ3dzSUNMVnUyeEtGRGh6QjQ4R0RjdTNjUG9hR2g2TlNwazg1K2FyVWEyN2R2eDl5NWMvSExMNy9ncTYrK1Fva1NKUUFBMTY1ZFEwaElDRnEwYUpIcmUybldySm44bkJJQUJnNGNpRUdEQnFGbno1NHYvZTZKaWl1R0loVlpZV0Zoc0xhMlJtWm1KdXp0N2ZITk45L2syaVl0TFExZHUzYVZsL2Z2MzQvKy9mc2pPVGtaYytmT3hlSERoNkZVS25IbHloVjA2TkFCME42bGFUUWFlWWl0eE1SRWxDcFZDZ0R3Nk5FanBLYW1vbEdqUmkrdEx6MDlIY09IRDVmdkhKOCtmWXI3OSsvTGdaV1FrSUNoUTRmSzI1ODRjUUsxYXRYQ3c0Y1BVYVZLRlVBNzlxVzd1enRhdFdxRkpVdVdZTUtFQ2JtRzVUcDQ4Q0NNakl6ZzR1S0MxTlJVTEYrK0hQUG56MGQ4ZkR5V0xsMks2ZE9uNjh5R25wZHIxNjRoTmpZVzY5ZXZSMHhNREQ3KytPT2NTWCtKM2lrTVJTcXlnb0tDVUsxYXRYeHYvK0RCQTRTRmhhRlZxMVpRS0JSNDc3MzNjTzdjT1RSdDJoUStQajZZUFhzMkFDQWpJd01HQmdieU04Znc4SERzMjdjUDBONU5PVGc0NE9MRml6aDM3aHg2OWVvbEh6OHBLVW4rZTFSVUZNcVdMWXVEQnc4K3Q1NGZmdmhCWjJ4TFgxOWZEQjQ4R0ZldlhwVjd0YjczM25zWU9YSWtoZzRkaXZmZmZ4OTkrL2JWT1VaVVZCUldyMTZOcjc3NkNnWUdCdWpmdno4V0xGaUF4WXNYNDg2ZE8ramR1L2RMWit6dzgvUER2SG56TUh2MmJEZzRPR0RtekptNGZ2MDZGaTllakRKbHl1VDcreVVxRGhpS1ZDUnBOQnA0ZTN2ajIyKy9SVUpDUXI3MldiQmdBU3dzTExCczJUTEV4c1lpTkRRVSsvYnR3OTI3ZDlHOGVYUDVkWTNNekV6NWJpNGtKQVExYTliRXNXUEhkTTVqYVdtSmlSTW42a3kzczJiTkdybWp5c21USi9Oc3NueldxRkdqNUw4L2VQQUFxYW1wcUZHakJ1Yk1tUU5QVDA4QVFHQmdJSTRmUHc0Ykd4djQrZm5CMjlzYmJkdTJCYlRQVkQwOFBPRGk0aUtmS3pNekUvWHExY09LRlN2a0NZMDFHbzFPQjVxNHVEaG9OQnBrWjJkaitmTGxPSHIwS0diTm1vV09IVHNDMmtITFBUMDk4ZkhISDJQUG5qM3lQdzZJM2dYOGJhY2k2ZURCZzFBcWxiQzN0OGZGaXhkeCtmTGxsdzdEMXF0WEx6eDkraFEyTmphb1VLRUN5cFFwZ3gwN2R1QzMzMzdEMXExYmtaS1NBZ0M0Y2VNR3lwY3ZEd0E0ZmZvMEdqZHVqTWFORzJQcTFLazRjdVFJcWxXcmhscTFhdVdhUERWbkpKcVFrQkJzMjdZTm16ZHZ6dmYxZUh0N3c5SFJFZDkvL3oycVZxMEtqVWFENmRPbjQrYk5tNWd3WVFMNjlldUg4K2ZQdzlQVEV4czNic1Q4K2ZOeDVNZ1JHQmtaWWZMa3liaDA2UkxPbkRtRGt5ZFBvbEdqUnRpOWV6ZGlZMlB4N2JmZll1M2F0V2pYcmgzYXQyK1BzbVhMWXZMa3lhaFJvd1lXTFZxRTk5NTdEN3QzNzlaNWY5UEl5QWhmZlBFRjd0Ky96MENrZHc1LzQ2bElzckN3d0xoeDQrVGw1czJidi9TWjRyL25uUk5DNE83ZHU1ZzBhUkpxMUtnQkx5OHZMRnEwQ0VaR1JuSlRhbFJVRkhyMDZBRjdlM3Q4Ly8zMzJMSmxDL3IwNlFOSmt1Um5oUnFOQm1xMUdtcTFHazJhTkVHM2J0M2c3dTZlWnkvUjUybmZ2cjNjNldmZ3dJRjQvUGd4R2pWcWhDVkxscUJreVpJQWdOYXRXOFBMeXd0SGp4NUZqUm8xTUhUb1VKaWFtaUlvS0FnclY2NkVzN016ZnY3NVoxU3FWQW5Rdm9PNWZmdDJYTDU4R1h2MzdrVktTZ29DQXdNeFlNQUFEQm8wQ0QvOTlCTU9IRGlBWDM3NUJRWUdCdkl6UkNHRWZEMjllL2ZHMUtsVFgvbm5RMFJFcjhpMmp1UHBnY05HQ1gwS0RRM050VTZqMGNoL2o0Nk96bk0valVZanNyS3lSRVpHaGtoUFQ1Zi9aR1ZsRldpOS85WHo2c3ZLeWhJcWxVcStEcFZLSlRJek0zVytpMWN4Y05nb1lWdkhNZS9SejR1WXQrSDM5RjFXMkw5THZGT2tkOXF6TDl6bmVMYlg1YlB2TXY1N202TFl0UGk4bXBWS1paRzhIcUkzamY4dklDSjZDZitBUUh3MC9NVWpKMUhCOEE4SUxOVHpNUlNKaUY1QVFQeVJsSlNDeTFkOThySDFXMGdJQTRVa0dXaUFUSDJYOHRvazRaV1ByZDRJaGlJUjBRczhDcmo1RFlEY3ZiaUtDRWRIeCtFQURHL2N1UEc5dm1zcENqajZMeEZSTVNaSmtxc2tTUVAwWFVkUndWQWtJaXFtYXRhc2FTeEowZ2NBT3RhcVZTdnZYbU9rZzgybnBGZnN3RkE4RlhibkNNcWJxYWxwTHdBbWtpU2hSSWtTTGdCMjZMdW10eDFEa2ZTbXlIZGdlRVVHQ3BnQ2dGcURWSDNYVWlnS3NYTUU1VTJoVUxqbHpOeWlVQ2o2TXhSZmpzUGdFeFVTSnllbjAvaG40TzhPK3E2RjNnbEtKeWVuYUFBVytPZlpvam9qSTZQQ25UdDM0dlJkMk51TXp4U0ppSW9oSnllbmJwSWtXVHl6eXNESXlLaTNIa3NxRWhpS1JFVEZrQkNpZjA3VHFTUkpFRUpBa2lSWGZkZjF0bU1vRWhFVlAwd1dQK29BQUNBQVNVUkJWQXBKa3JyZ1g4TVdDaUU2MTZ4WjAxeWZoYjN0R0lwRVJNVk13NFlOTzBtU2xPc1ZERW1Tak16TXpIcm9wNnFpZ2FGSVJGVE1TSkkwTUtmcDlKbDFiRUxOQjRZaUVWSHhJa21TMUVXU0pKMm1VKzBIa0NTcHE0Mk5UVW05VmZlVzQzdUtSRVRGU1AzNjlTdElrclE3WjFrSTBVZVNKR01BditXc3M3S3lzZ2tQRHcvV1c1RnZNWVlpRVZFeGN2djI3YWNBcHVjc04yclV5RjRJWWVIcjZ6djl4WHNTMkh4S1JFVDBmd3hGSWlJaUxZWWlFUkdSRmtPUmlJaElpeDF0aUFwSTQ4YU5yWVVRWTNLV2hSQzIrS2ZqdzRLY2RaSWtiZmJ4OFluUVY0MUVwSXVoU0ZSd1lvUVEwM0lHWlg3bW5iR0YrQ2NrRXlSSitsS1A5UkhSdjdENWxLaUErUGo0WkFId0VrTGcyZEZGbmxuMjBtNURSRzhKaGlKUkFSSkM3UHYzcUNMNC81QmIrL1JTRkJFOUYwT1JxQUNscEtRY0ZVS2svSHU5RUNJbEpTWGxxSDZxSXFMbllTZ1NGYURnNE9BTVNaS09RTGZaRkpJa0hRa09EczdRZDMxRXBJdWhTRlRBMUdxMVRoT3E5dTlzT2lWNkN6RVVpUXBZVmxiV1lRQ3FaMWFwVkNyVllUMldSRVRQd1ZBa0ttRCsvdjRwQUk3aS94MXNqbXZYRWRGYmhxRklWQWlFRVB0em1sRFo2NVRvN2NWUUpDb0VRZ2d2QU9wL0hqR3F2ZlJkRHhIbGphRklWQWh1M0xpUklJUTRBZUF2UHorLytQK3hkK2R4TmVYL0g4QmY5M1pibEpMc29hNjFHOU5xQ1luSkZrV1JiREVoKzc2bFJFaUpFbG16VFdNWnk4ZzJZaVRiMTlDTWhvYVNyUlRhaENscDMrNXlmbis0enM5VlVaU3Jlajhmang3VDJUN25mZTZvZDUvUCtTenlqb2NRVWphYTVvMlFiMFE2a0ovK0VDWGtPMFpKa2RRWWJRVEcweGpBVWQ1eGZLbnNJa1lSRUlNdk1CNHI3MWkrRkFjNCtqdzIrbWQ1eDBGSWRhR2tTR29NQm5EVTBLai9ZeWVCbnJ4RHFaTWV4Y1loSnljUEFDZ3BrbHFMa2lLcFVUb0o5UERid1NCNWgxRW5qWnM0RmYvY3ZpUHZNQWlwVnZSK2d4QkNDSkdpcEVnSUlZUklVVklraEJCQ3BDZ3BFa0lJSVZLVUZBa2hoQkFwU29xRUVFS0lGQ1ZGUWdnaFJJcVNJaUdFRUNKRlNaRVFRZ2lSb3FSSUNDR0VTRkZTSkVSS0pCSWhPenNiYVdscGVQejRNY0xEdzNIbXpCbmN1VlB4cWMwU0VoSmdiMjlmclhFU1Fxb1B6WDFLNnB5MHREUXNYcnlZM2RiVTFJUzF0VFVDQWdLZ3BxWUdKU1VsL1BmZmYralpzeWNhTm15SWhnMGJBdS9XUk1UKy9mdlo2MXEwYUlGbHk1WlY2SjZYTDE5R1VGQVFFaE1Ub2FtcGlWMjdkcUZ0MjdZQWdCczNibURyMXExNDhlSUZPbmJzaUpVclY2SkRodzVWL3R5RWtNK2pwRWpxbktaTm15SWdJQUFBNE9YbGhaWXRXOExXMWhhMnRyWUFnTVRFUkN4ZHVoUWJOMjZVdVM0akl3TzV1Ym1ZUEhreVhyNThpUk1uVGxUb2ZwY3VYWUtQanc4OFBUM1JxMWN2dkhqeGdrMjB6NTQ5dzdKbHkrRGo0NE1lUFhwZzY5YXRXTGh3SVVKQ1FzRGowWThuSWQ4YS9kU1JPb2ZINDBGYld4dDc5KzZGU0NTQ3U3dDdoYTl0MUtnUkxDd3NrSkNRZ0JNblRtREJnZ1dJam81bWowc2tFaFFXRnFKdjM3N28xNjhmVnF4WUFYOS9mOHllUFJ1V2xwWUF3TllRQWVERWlSUG8yYk1uZTJ6Ky9QazRjK1lNSWlNajBiTm56eXA5YmtMSTUxRlNKSFhTNWN1WGNmNzhlUnc4ZUpDdGtabWJtK1BHalJzQWdMeThQSVNHaGdJQWRIVjEwYmx6NXpMTDJicDFxOHgyUWtJQ1hGMWRjZnIwYVFCQVpHUWtjbkp5TUhUbzBES3Z2My8vUGdZTkdzUnVxNnFxb20zYnRvaUxpMFBQbmoweGVQQmdEQnMyREk4ZVBVSjhmRHkwdGJYaDZlbUpnd2NQSWpvNkdzWEZ4Wmd6Wnc1c2JHd0FBRkZSVWRpeVpRdmk0K09ocHFZR0x5OHZTcTZFVkFKMXRDRjEwc0dEQi9IZmYvL0J6czRPZ3djUEJnQ0l4V0l3RE1OK241V1ZoYXlzTEJRV0ZyTFhaV2RuSXlvcUNuRnhjUUNBb3FJaUhEOSt2Tno3SkNRa29GbXpacmg4K1RKR2pScUYwYU5ISXlnb0NHS3hHQUNRbnA2T1JvMGF5VnpUc0dGRFpHZG5zOXMzYjk2RXY3OC96cDA3QjRsRWd2SGp4OFBjM0J5Ly8vNDdaczZjaVhYcjFxR2dvQUFBNE9ycUNuTnpjMXk5ZWhYNzkrOUh5NVl0cS9Sekk2UzJvNW9pcVpOMjc5Nk4rdlhySXpVMUZmUG56eTkxdkVHREJuQjBkQ3kxUHlrcENZY09IV0tURUkvSHcrSERoOUdrU1JPMkNmUkRCUVVGZVB2MkxaNDhlWUpObXpZaEpTVUZLMWV1aElxS0NpWk1tQUNKUk1JbTR2ZmVKOHozaGcwYkJsVlZWUUJBNzk2OWtaMmRqUUVEQmdBQSt2VHBnelZyMXVERml4ZHM1NXhYcjE1QkxCYWpWYXRXWC9VWkVWSVhVVTJSMURrU2lRUmp4NDVGZm40K0VoSVMwTDU5K3dwZmEyaG9pSUNBQUxpNHVBRFNwT2pzN0l5ZE8zZVdTbTZRMXZxVWxKU3dkT2xTNk9qb3dOemNIQ05Hak1DZmYvNEpTSlB2aDdWQ0FNakt5a0xqeG8zWmJRME5EZlo3RlJVVmFHcHFzdHYxNnRVRHBEVldBTml4WXdkZXZIaUJJVU9Hd04vZkgvbjUrWlg0WkFnaGxCUkpuY1BsY21GdWJvNlFrQkNFaDRmRDBOQ1FQWmFkblkzYzNGeElKQksyK2ZSemljWGEyaG9DZ1FBNU9UbWxqclZ0MnhZbEpTVXl0VDh1bHd0bFpXVUFnTDYrdmt4SG5ieThQRHgvL2x3bXBzclEwOVBEbmoxN2NPREFBZHk2ZFF1QmdZRmZWQTRoZFJVbFJWSW5UWmd3QVFjT0hNQzFhOWZZZDRxdFdyV0NzN016UER3OElCS0pNSEhpUkV5Y09GR21NdzNETUNndUxvWlFLR1QzS1NrcHdkdmJHdzBhTkNoMUgyTmpZN1J1M1JwYnQyNUZYbDRlN3QrL2o5T25UOFBhMmhvQU1HTEVDTnk0Y1FQWHJsMURWbFlXQWdJQ29LK3ZEd01EZzBvL2swZ2tRbGhZR0FvTEM5R3laVXMwYjk2OHpOb3JJYVI4OUU2UjFFbXRXN2RHdDI3ZGNPdldMWEM1Ny80MlBIbnk1R2V2Kyt1dnZ6QjA2RkNJeGVKU0hXVEtzMkhEQnF4ZHV4WURCZ3hBczJiTk1IMzZkTGEzcUttcEtaWXRXd1kvUHo5a1oyZWplL2Z1OFBmMy8rTG5PbmJzR0x5OXZhR2twSVFlUFhwZzFxeFpYMXdXSVlTUTd4aGZZSHh0ck5NVXBpckV4Y1V4dlhyMVltYk9uTWxZV1ZreHAwK2ZadDY4ZVZQbXVXS3htR0VZaGdrUEQyZldybDNMTUF6RHBLYW1NcXRYcjJZWWhtR0VRaUdUazVQRFNDUVNKaVFraEhGMGRLeVNHTDgzWTUybU1IeUI4VFY1L3pzZ2xXTnFhbnJSeE1Ua2xyempxQ21vcGtqcW5MeThQTXliTncrelo4L0crUEhqY2VQR0RadzVjd2E3ZCs5bWU1Vnl1VnkycVZSZFhSMWhZV0hvM2JzM2V2ZnVEUUJvMmJJbFBEMDkyZklHRFJvRXNWZ01GUlVWdGhNT0lhVG1vYVJJNnB6NjlldGovZnIxTURVMUJhVERHdnIwNmNNZVp4aEdacWdFaDhPQmdvSkN1ZVZwYW1yaTl1M2JNdWNUUW1vbVNvcWtUbnFmRU12eXVTVDRxZXNJSVRVYjlUNGxoQkJDcENncEVpS1ZrWkdCQVFNR0lDMHRUV2IvbGkxYnNHblRwbkt2OC9YMVJWaFltTXkrMWF0WDQvZmZmNitTdUE0ZVBJalhyMStYZWN6UHp3L0J3Y0ZWY2g5Q0NEV2ZFc0xhc0dFRENnc0w0ZXJxeXU0Yk1HQUFqaDgvam1iTm1pRXFLb3JkdjJUSkVwaVltT0RPblR1NGR1MGFaczZjV2FGN2JOdTJEVWVQSG1VSDc1ZW51TGdZRGc0T2NIRnhBWWZEWVdmTjBkWFYvWW9uSklSOERpVkZRZ0Q0Ky90REtCUWlKQ1FFZ1lHQldMNThPUlFWRlRGOStuUzR1N3NqUHo4ZkxWcTBRTisrZmRsclhyNThpWlVyVjhMVDB4T2FtcHFZTm0wYVc4dk15c3BDZUhnNGdvS0NBR2xuSGpjM053Q0FvNk5qbWZPdGZtalBuajNJemMwRkFEZzVPVUZKU1FtaG9hSFEwdExDdG0zYm9LNnVEZ0RJemMwRmo4ZkQvdjM3VVZ4Y0RFdExTNnhhdGFyYVBpZENhanRLaXFUT0t5b3FnbEFvaEsrdkw1U1ZsYUd0clkyRWhBUThlUEFBN2RxMXc3Qmh3NUNabVltOWUvZXlTVEV6TXhNelpzekEyTEZqMGE1ZE94UVZGZUhubjM5bXkxeTllaldNalkweFlzU0lyNHJ0L1hSelk4ZU9CUUFFQndmRDF0YVdUYkIrZm43Zzgva1lNMllNUWtKQ2tKQ1E4RlgzSTZTdW82Ukk2andWRlJXTUdUTUdFeVpNWVBkZHVuUUoyZG5aRUlsRStQZmZmOW45bzBhTndvZ1JJMkJuWndkN2UzczRPVGxoMnJScE1EYzN4NUFoUTlqemlvcUtrSnViSy9NdThPTVpjUHo4L0JBYUdzcE82bDFZV0FocmEyczI0UUhBdzRjUDRlTGlna1dMRnJIVDBaWEh3TUJBWmdGalFramxVVklrQkVDN2R1MXc0c1FKbVgxSGp4NUZXbHBhdVlQeEowMmFoT1BIaitPLy8vNURzMmJOWk41RlFycUUwOVdyVjlsdFgxL2ZVbVhNbXpjUERnNE9nSFNhdWFkUG44b2NOekF3d05hdFc3RjI3VnAwN2RvVkFIRDI3RmxjdS9adVlwa1BtMDhCZkhKdFIwTEk1MUZTSkhWZVZsWVduSjJkUyszUHljbUJTQ1RDelpzM1N4MmJPblVxK0h3K05tL2VqTW1USjJQSWtDRXlOY1gzVHB3NGdXN2R1b0hQNTM5eGZBS0JBSWNQSHdha2szNlBIajBhS2lvcUtDb3F3b0lGQ3dBQUVSRVI4UFB6WTk4MUVrSytEQ1ZGVXVkcGFtcmk5T25Ubnp3bkl5TUQ5ZXZYaDRxS0NpQ3RCVTZaTWdYbTV1YmdjcmtJRFEzRnRtM2JTbDJYbFpVRk5UVTFLQ29xWXNPR0RWOGNvNStmSCtiTW1ZT2NuQnlvcTZ1alg3OSttRDU5T21iTm1nVWxKU1djT25VS0RnNE9OSUVBSVYrSmtpSWhBQUlEQXhFUkVWSHU4ZVRrWkdocGFhRisvZnBRVUZCQVlHQWdGaTllak9Ua1pJakZZbGhiVytQSEgzL0U4K2ZQMGJselovYTZtVE5ud3NuSkNiMTY5UUlBZG5IaDk3WnYzODcyVUgzL1RyR3NlLy94eHg5WXNtUUpuajE3QmlzcksvRDVmSFR0MmhVYk4yNkVoWVVGRWhJUzRPWGxWWVdmQ0NGMUV5VkZRZ0JNbXpZTmt5ZFBSbjUrUHZidjM0ODVjK2JJMUxxV0xGbUMwYU5Idzh6TURCd09CL1hxMVVQLy92M1pkM2tBa0pDUWdDVkxsdURJa1NObzJyVHBaKy9adlh0M1dGdGJzMnNuM3I5L0h4a1pHYVhPaTRxS1lxZWxpNHFLWWp2aXVMcTY0cWVmZnNLbFM1ZXdhOWN1cUtxcVZzbG5RVWhkUmpQYUVDSmRLRmhWVlJWcWFtcTRjK2NPRGg0OENGVlZWZlpMUVVFQnlzcktVRlZWWlh1TGZzelEwQkREaGcyVFdaVDRVeXd0TFdVV0V6WXdNSUNscFdXcDgyN2V2SWt1WGJvZ05EUVVBb0VBalJzM2hsQW94TW1USjFGUVVBQjFkWFVjUFhvVU9UazVYL0VKRUVKQU5VVkNaS21xcWlJZ0lBQ3JWcTFDYm00dUZCVVZJUlFLa1p5Y0REVTF0YzllUDN2MmJLU25wNk9vcUFoY0xoZi8vZmRmcWRscmdvT0RjZTdjdVUrV1UxQlFnQkVqUmtBa0VpRWlJZ0pEaHc2RnA2Y25mSHg4c0cvZlBwdzRjUUx0MnJYRDRjT0hvYUdoQVY5ZlgxaGJXOFBCd1FFTEZ5Nzg2cytCa0xxS2tpSWhIMm5ac2lXQ2dvSnc0c1FKK1BuNWdjUGhvRXVYTGpMdkNzdkQ0L0Z3Ky9adGVIbDVnY1Bob0hQbnpxV3VHek5tVEtWbXRQSHc4RUNQSGozZzZlbUo3dDI3SXlvcUNoczJiSkNwWlhwN2V5TStQaDdaMmRsZi9OeUVFRUpxRUw3QStOcFlweW5mZExWNXNWak1pTVhpYjNyUDc5VllweWtNWDJCOFRkNy9Ea2psbUpxYVhqUXhNYmtsN3pocUNxb3BFdklKWEM2OWRpZWtMcUdmZUVJSUlVU0traUloaEJBaVJVbVJFRUlJa2FLa1NBZ2hoRWhSVWlTRUVFS2tLQ2tTUWdnaFVwUVVDU0dFRUNsS2lvUVFRb2dVSlVWQ0NDRkVpbWEwSVRYS285ZzRqSnM0VmQ1aDFFbVBZdVBrSFFJaDFZNlNJcWt4R0REbmNuTHk4TS90Ty9JTzVZc29jS0VHQUdJSjh1VWR5eGZqTUdmbEhRSWgxWW1TSXFreGttTHZCUUFJa0hjY1g4ckV4T1FhM2kwVVhIclJSRUxJZDRIZUtSSkNDQ0ZTbEJRSklZUVFLVXFLaEJCQ2lCUWxSVUlJSVVTS2tpSWhoQkFpUlVtUkVFSUlrYUtrU0FnaGhFaFJVaVNFRUVLa0tDa1NRZ2doVXBRVUNTR0VFQ2xLaW9RUVFvZ1VKVVZDQ0NGRWlpWUVKNlNhZE9uU3BRWERNTlBmYnpNTXd3Y0FVMVBUMWUvM2NUaWN2WGZ1M0hrcHJ4Z0pJYklvS1JKU2ZUSVlobG5JNFhBMDhTNEJ2dC92aVhkSk1vdkQ0YXlUWTN5RWtJOVE4eWtoMWVUT25UdENBR2NaaGdIRE1PeitEN2JQU3M4aGhId25LQ2tTVW8wWWhqbjlRUTJSeGVGd3dERE1hYmtFUlFncEZ5VkZRcXBSWGw1ZUdNTXdlUi92WnhnbUx5OHZMMHcrVVJGQ3lrTkprWkJxbEpDUVVNemhjRUloMjJ3S0RvY1RtcENRVUN6ditBZ2hzaWdwRWxMTnhHS3hUQk9xOUh0cU9pWGtPMFJKa1pCcUpoUUt6d01vK21CWFVWRlIwWGs1aGtRSUtRY2xSVUtxMmFOSGovSUFoT0gvTzloY2t1NGpoSHhuS0NrUzhnMHdEUFA3K3laVTZuVkt5UGVMa2lJaDN3RERNR2NCaU4rOVloU2ZsWGM4aEpDeVVWSWs1QnVJam83T1loam1Nb0NyOSsvZmZ5dnZlQWdoWmFOcDNnajVScVFEK2VrUFVVSytZL1FEU3NnM3dPOWdhSlpkeEl6S0toQy9rSGNzaEpEeVVWSWtwSnJwQ295WGMzamNmOERoREdRNG5IUDhqc2FlQUVyUC9VWUlrVHRLaW9SVWt5YWRPdFhuQzR6LzVITGdNOFJxQU83ZHVnRmJteUhnS0dCMUczMmpHem82QmczbEhTTWhoQkJTN1hRN0dsanpCY1lGYmZTTm1ZTkhqakVmT2hwOGltbmYyWlRoQzR3SytYb0dkdktPbGRSdXBxYW1GMDFNVEc3Sk93NUNTQjNWUm1DMHFZMitNV1BlYnpDVG1KVE1sQ1U1SlpYNTBXb28wMGJmbU5FVkdHMEhvQ0R2dUVudFJFbXhjcWo1bEpBcW90MjJrdzVmMytnQk9KekZZMGZaSS94S0tIUjFXcGQ1YnV0V0xmRy9DMmN4WWR4b2NEbWN1WHg5NC91dDJuVnUvODJESm9RUVFxcWFUa2VEYVh5QnNhajlEMTJZcytjdmxGazdMRS9veGN1TW5sRjNoaTh3RnZIMWpHWlNKeHhTbGFpbVdEbFVVeVRrNnlqcDZoa2RWbEJRMkd0aVpLRHd6L1ZMR0dZOXVGSUZEQmswQURldmhhRjdWeE1GRHBlemk2OW5kRXhiVzF1MTJpSW1oQkJDcWxvcmdZRUJYMkQwc20wbkV5WmcyODVLMVE3THN6VndOOU91c3luRDF6ZDZwZFBPb0l1OG41SFVmRlJUSklSVU40NnVudUhTTnZyR2pGRjNDeWJpVm1TVkpNVDNidjk3bCtsaWJ2bXVFNDZlNFFwcTBTRmZnNUppNWRBUEd5R1YwS1JKay9wOGdkRUZMcGU3d2JKUGIwUmN2NFFlM2J0VzZUMjZkVEhCWDFkQ01iQy9KYmhjN3RvMmVrYVhHdWpvMEpoR1FyNkJHdlZDdjQzQWVCb0RPTW83anJxTUF4eDlIaHY5czd6amtBZmRqZ1pEdUZ5Rlkxd0Zyc2J5cFl2Z1BIRkN0ZC96ME5GZ2VQdHVoRWdvekJVeHpJU1V1QmhhWVlOVWlxbXA2VVdHWVRTam9xTE01QjFMVFZDakpnUm5BRWNOamZvL2RoTG95VHVVT3VsUmJCeHljdklBb0s0bFJaNnV3TWlYeStFc2FkYTBDZmJ0MlFGOXZZN2Y1TVkvT1k1QjkyNWRNRzMyQXZYVUYya2h1Z0tqN1VsY29Rc2VQU3I1SmdFUVVzZlVxS1FJQUowRWV2anRZSkM4dzZpVHhrMmNpbjl1MzVGM0dOOVV5L2FHclJSNW5CQU9oMk02WnBROTFxNWFEZ1dGYnp2T1hxOURlMXdMTzRzMTZ6Ymd5TEVUOC9nU3hUNFFHQTlQakkxTy9LYUJFRklIMER0RlFzcWhxMmM4WGttUisweEZSZGwwczU4UDFxOVorYzBUNG5zS0NncndXdW1PN1p2OG9LYW1hc1RoTUUvNEF1TkpjZ21Ha0ZxTWtpSWhIK3ZVU1lrdk1Ockg1ZUp3SjRHZTRyV3djN0FiWmkzdnFBQUExb01ING44WHpzTGdoODZLSEE3MnQ5RXpPa1JqR2dtcE9wUVV2MEJ1Ymk2NmRPbUMzTnpjQ3AwdkVvbVFscGFHeU1oSUhEOStISm1abWZEdzhNREpreWRsenBOSUpIajdsaFpsbHlmZERqL284eVdLVDdoYzd1UVpVeWJpajlQSDBMeFpVM21ISmFOcGs4WUlPWDRFYzJkT0JaZW5NRUZKbzhtamxoMDdHOGs3TGtKcWd4cjNUckdtQ0F3TVJIaDRPREl6TTVHWm1ZbEdqUnFCeitlamRldldNRE1ydXhOWVRFd00zTnpjNE8zdGplN2R1d01BK3ZYckI1RklCQTduWFVmaDR1Sml6Smd4QTVNblQvNm16MU1IY0hYMERGdzRISzZ2aG9ZNlovc21QL1RwM1V2ZU1YM1M0dmx6WU5hdEcrWXZjZFBOZlBzMlNsZlBjR1ZTWEl3dkFMRzhZeU9rcHFLa1dFM3M3T3hnWTJNRExTMHR1THE2WXN5WU1iQzB0UHprTmNiR3h2RHk4b0s3dXp1OHZiM1JxOWU3WDhxaG9hR29YNzgrQUdEUG5qM2ZKUDY2aE0vbmF6SXFEUTV4T1p5aHZYcDB4NjV0bTZBdS9ieS9kK1k5dStQUGkrY3czMlVaNTNyNDMydjVBcU0rUmFMOENhOFNFdExsSFJzaE5SRTFuMWFUVnExYWdjL25RME5EbzFMWG1abVo0Y2lSSXpBek00TllMRVpCUVFGVVZlbVZVWFhSMVRQc2gzb05uaW9wS2c3MWNIUEI0WDE3YWt4Q2ZFOWR2VDcyNzlrQkx3OTNLQ3NyRDFKUlZJdmo2eGxXYmdKV1FnaEFTZkhyREI0OEdPYm01akpmOGZIeFgxU1dSQ0tCcTZzckhqOStqT2JObTBOQlFRSFhybDFEKy9idHdlWCsvLzhtWldWbHhNZkhJeVVsQlZsWldWWDROSFVPVDBkZ3ZJN0w1VjV0MmFLRjFxbmZmb1h6eFBIeWp1bXJUSEFjamQrUC9RcStqazVERHBkN1FWZGd0QkdkT2luSk95NUNhaEpxUHYwS0owK2VaSnMxMzFOVlZVVkpTUWtHRC83L1A5VHo4L1B4OE9GREtDb3FzdnNLQ2dwdzdkbzE3Tnk1RXdBd2YvNThEQnMyREhQbnpvV2JteHVVbEpUZzQrT0RnSUFBbWZLSERCbUM2T2hvdUx1N3c5SFJFZGJXMzBldnlKcEVWMSsvQllkUlBzWGhvT2Z3WWRidzlWNE5KYVhha1R2MEJYcTRlTzRVVm5yNjRNVHZJVXZhU0JUN0ZMZnQ1SkQyN0ZHeXZHTWpwQ2FncFBnVjZ0ZXZEM1YxOVZMN0ZSUVVFQklTd200dldMQUFFeVpNUUxkdTNkaDlQajQrTURBd2dLMnRMUUJBUlVVRmlvcUtDQXdNaElLQ0FobzFhb1NBZ0FCb2Eydmo5ZXZYTXVXN3U3dWpVYU5HNFBIb2YxOWw2UW9NSERuZy9seFBSVm5WYTlWeU9JeXdsWGRJVlU1SlVSRitQcDdvMWRNTUt6elhkbU5RRU1zWEdNeE9qTDEvUU42eEVmSzlvOStxMWVURFpGbFlXSWpHalJ2TDdPUHhlRkJXVmk2VlZMVzF0WkdVbEFRdExTM3MyclVMa1pHUjBOTFNramtuUGo0ZVFVRkIwTk9qNmU0cXFtWExsbzBVMVJ0dDRuQzRFenUwYTR1Z1hkdlF1bFZMZVlkVnBSaUdBUUMycDdMZDBDSG9hbXFNR1hNWDFYc1VHN2RmVjgrb2YwR21jRlo2K3FNOE9ZZEt5SGVMM2lsV000WmhrSmFXaHFaTkt6Ylc3ZWJObTlpd1lRTzc3ZXpzakgzNzlzbDh0VzNidGhvanJuMTAyaHQxYnRTNGFiS3lJbS9pZE9lSnVCQnlRaVloTGxpd0FIRnhjYVd1dTNQbkRrUWlFUUFnS0NnSUZ5NWNBQUNrcHFiaWp6LysrSVpQVURFSERoekFvVU9IWlBhMTFHNkJSWE9td2ZTSGpsQlI0azVvMmtJcHJVVnJ2YXBkMW9PUVdvU1NZaldMaVltQmlvb0ttamR2WHFIemI5MjZoUjQ5ZWxSN1hIVUVoNjluT0Y5Sm1YT1BwOEJSN2R5eERaN0dQV1NUMjZmY3YzOGZIaDRlN1BaZmYvMEZGUlVWUUZyTFAzYnNHRnhjWE5qSkZvS0NndENsUzVjeXYvYnYzdzhBNk5hdEc4TER3d0VBVVZGUjZOS2xDeFl0V2xUbS9ZVkNJUVlPSEloKy9mcXgreUlqSStIbzZJaGV2WHJCeXNvS1c3ZHVoVVFpK2V5emNMbGNkTllYWU5lT3JWQldVbEpYclYvdkgxMkJvUXY5L0JOU0dqV2ZWa0JlWGg3Yk5QVisrOFAvZnV6OSs4R2lvaUpzMkxBQkkwZU9yTkI5SkJJSmJ0NjhpZlhyMTFkUjVIV1hKcCt2cWFuY1lEK0hnK0ZOR3FoaHJiYzN6TXk2WThxVUtkRFgxd2NBL1A3Nzd4Q0x4WGoxNmhXdVhMbUMrL2Z2bzIvZnZtalNwQWxPbno2TmtTTkhnc2ZqZ1dFWXhNZkhReUFRQUFDYU4yK09mZnYyWWRldVhTZ3BlYmRZeGJoeDR6QnMyREFBZ0srdkw1U1VsTEI0OFdKQSt1NjVMRXBLU29pSWlFQmFXaHEwdGJWbGpsMjZkQW5GeGNVeTc0MFZGQlN3Y3VWS3RHM2JGckd4c1pnM2J4NWF0MjROZTN0N1hMOStIYytlUFlPQ2dnSWlJeU94ZWZObXBLZS9HNnBZVWxLQ2twSVMzTHg1RXcwYnFFT0JtNnVRblYvaTMwWmc5R05KYnZIRUZ5OWkzMVRML3dSQ2FpQktpaFV3WXNRSUZCUVV5T3hUVVZHQmc0TkRtZWN2WGJvVUZoWVdXTHAwS1JRVkZURnBVc1htYmI1Nzl5NEtDd3RoYUdqSTd0dXlaVXVwQWZzWkdSbGY5QngxaGE3Z2gxNWNqc0pwSGsreDJaRCtmWEF2Nmc0dVhBakZMNzhFSVRjM0Y3dDI3WUtIaHdkMjc5Nk5CUXNXZ012bG9sNjllZ2dMQ3dPZnowZVRKazN3OE9GRFhMcDBpVzJPTENvcXd0aXhZMHZkNi9UcDB3Q0F5NWN2bzFtelpvRDAzNGFTa2hLN1hSNkdZV0JpWW9JVEowNWd3WUlGTXNlT0hUc0dZMk5qUEhqd2dOMW5hbXJLZm05a1pBUTlQVDJrcGFVQkFPTGk0cENlbmc0dWw0dm56NS9qNk5HajdMblhybDNEbjMvK2lUVnIxckQ3Zmpsd0NCczJiN2VCT2g3ekJRYWpFbVB2WDYvMEIwMUlMVVJKc1FJdVg3NWM2V3YyN05rREZSVVZiTml3b2NMZC9VdEtTbUJqWXlOVE8xaTRjQ0hiUS9XOWlSTW5WanFlT2tKUlIyRGt4UUhjbWpkdnp0a1I0QWZESHpwajVzeVptRFZyRnJ5OXZiRno1MDVzMkxBQlJVVkZVRkZSZ2JXMU5TNWV2QWh6YzNNa0pTV3hCUjAvZnB6OS9zQ0JBMGhJU01EYXRXdXJORmlKUklMUm8wZkR5OHNMTTJiTVlKdG5ZMkppa0pLU0FnY0hCNW1rK0tISXlFZzhlL1lNTGk0dUFJRHAwNmRqLy83OVVGQlF3T2pSbzdGKy9Ycjg5ZGRmZ0RTaEZ4VVY0ZDkvL3dYZXplQ0R3TUJBZE90cWlubUwzWm9rcDZSZTB4VVlCU1RGOHR5Qk84SXFmVWhDYWhoS2l0Vmt5cFFwNEhLNU1nUHZQMVRXTDloZXZYcXhVN3RCT3ZUaWZVL0NEeDA4ZUxDS282MzVXclkzYktXa3lQa040UFMydGhvSS8vVmVxUGZCTzBBTkRRM3dlRHcwYU5DZzBrTlpMbCsrakw1OSt5SWhJYUhVTVUxTlRUUnUzUGlMWW1ZWUJuMzc5b1dhbWhyQ3dzSXdmUGh3QU1CdnYvMkc0Y09IczBueVE1TW1UVUo4ZkR3VUZCVGc0ZUZScWdkeVNrb0tQRHc4VUZ4Y2pMVnIxOExFeEVTbXB2ajY5V3ZNblRzWEFHRDRRMmRjUEhzU3kxWjZjYzZldjdDRUx4Q1pNNHloWTFKY3pQTXZlaUJDYWdGS2l0V2tLc1lRbHBkUWlTd2RQVU1IQlE1bm4ybzlWZlUxSzkweGN2aXdVdWU0dUxqZytmUG5XTFJvRVJJVDM2M055ekFNQ2dvS0lCYUxVVnhjRExHNDlEemFUNTgreGJObnovRHMyVE04ZlBoUTVsaGNYQndHRFJyRXZqdjhFbHd1RjZOSGo4YXhZOGN3ZlBod1pHUms0TTgvLzhTcFU2ZHcvLzc5VXVkdjJiSUZXVmxaaUltSmdZK1BEMHBLU2pCMDZGQzhmZnNXRHg4K1JIaDRPQ1pNbUlEazVHU2twS1JBVlZVVmFXbHB5TTdPUmx4Y0hESXpNMlhLVTFGUndSYi9kZWozWXgrc1dPM2RJNjhnL3o2L2crRzB4UGlZMzc3NG9RaXB3U2dwa2hxclZhdFc5WGoxRzIzaGNEalQ5VHEweDg2dEc5R0dyMXZtdVJzM2JvUzd1enY4L2YyeGV2VnFBRUIyZGpZV0wxNk0rUGg0Yk5xMENmWHExU3MxVisyQkF3ZGdhMnVMckt3c09EazVvWFBuemdDQXJLd3NPRGc0d043ZS9xdWZZOFNJRWRpelp3K2lvcUx3enovL29HZlBudERXMWk0ektXcHFha0pUVXhOOFBoL3A2ZW40OWRkZllXTmpnK0hEaDZOKy9mcVlNV01HbkoyZHNYVHBVdnp4eHg4SUR3OUhlbm82MHRQVEVSUVVoT0xpNGpKanNMVVpEQ09EenBpMzJFM3R3YVBIUi9sNlJnTUxzNWg1cjEvSDVILzFBeEpTZzFCVnBBSUtDd3ZMYkRyN0hodzhlTERVakRmditmbjVJVGc0K0p2SDlDMW82eG5xS2RadmRKdkw1VTUzZGhxUGM2ZU9sWnNRSWEwcFBubnlCSXNXTFVKTVRBd0FZTTJhTmRpOWV6ZCsrT0VITEYrK0hEdDI3RURIamgzWmE1NDllNGIvL2U5L2NISnlnck96TTlhdlg0K0NnZ0pJSkJLc1c3Y09RNFlNWTVQL3N3QUFJQUJKUkVGVUFaL1AvK3BuVVZkWGg3VzFOVTZkT29Velo4NWczTGh4RmJwT1dWa1pTa3BLNEhBNENBNE9ob09EZzB3THhheFpzK0R2NzQrSkV5ZWlhOWV1OFBmM3g0b1ZLOG90VDFlbk5YNFBQb1RwVXlhQ3E4Q2RYSzhoNTk5V0FnT0RyMzVBUW1vUXFpbVdJUzh2RDlPbVRZT1hseGM2ZE9pQTZPaG9lSGg0SURBd0VBS0JBRFkyTm1WT3hpMFNpVEJ6NWt4MnJVTlhWOWN5QjRXL2w1V1ZoZG16WjJQTW1ERUFnRzNidHVIbzBhTlFWbGIrWkh6RnhjVndjSENBaTRzTE9Cd09uSjJkc1hQblR1anFscDhVYWhFT1gyQXdEZUJzYjlDZ2daS2Z6eG9NNnYvakp5OG9LaXJDN3QyN01XL2VQSm1hNG84Ly92OTF6NTQ5dzVFalIrRGw1UVVBRUl2RjhQVDB4TGh4NDlDeTVidUIvcU5HamNLY09YT2dyYTBOb1ZCWXFzZm8xeGczYmh4R2p4Nk50bTNieWt3SCtLRzllL2VpZi8vK2FObXlKUjQvZm96RGh3L0R5Y2tKa0E0VCtaaTd1enVVbFpWUldGaUl3c0pDUkVkSFF5d1dvMTY5ZXVYR29hQ2dnR1ZMRnNLc1cxY3NkVjhseUh5YithK3V2dkhpcE1mUk93RXc1VjVJU0MxQlNiRU1telp0Z3FXbEpUcDA2QUFBNk5tekorYk1tWU9GQ3hmaXpKa3pPSC8rZkpuWEJRWUd5bXgvT0ROTldUWnYzbHhxbjZPakkrYlBuLy9KNi9iczJZUGMzRndBZ0pPVEU1U1VsQkFhR2dvdExTMXMyN2FOblRvdU56Y1hQQjRQKy9mdlIzRnhNU3d0TGJGcTFhclBQUDMzcTFXcnpsbzhkWVY5SEhEdHVwb2FJM0N6UDVvMCtYd25sN3k4dkZLZFZvUkNJVjYvZm8yc3JDeGtaMmNqS1NrSmtaR1J5TS9QaDVxYUdqWnYzZ3lSU0lUcDA2ZXoxelJ0MmhRcEtTbDQrUEFoWnN5WUFhRlFXR1h6ejc1UGhnTUhEaXozbk56Y1hNeWNPUk41ZVhuUTF0Ykc1TW1UTVhyMDZITFBYNzkrL1NjNzJueUtaWi9lQ0R0N0VndGNsaWxGM0lyY3dkYzN0QzRTRmt5aWRScEpiVWRKOFNPcHFhbTRmdjA2enA0OUs3UGYzdDRlUFh2MkxMTkhZSG1PSERtQ2MrZk9sWHM4UFQxZDVwZHVaVWtrRW1SbFpiSGo1NEtEZzJGcmF3czNOemRBMm56SzUvTXhac3dZaElTRWZMZE53QldobzJkc3p1VXd3WW84eFpielprM0QzSm5UeXV5Wis3SFhyMSt6N3dtblQ1OE9OVFUxRkJVVjRlREJnK3dZUTExZFhXUm5aNk4zNzk2NGRPa1NHalZxaE11WEwrT1hYMzVCUWtJQ2J0eTRnYkN3TUtpcnE4UGIyeHV0VzdmRzl1M2JZV05qZzc1OSs4TE16QXlEQmcxaU8wYVZOL2xDWkdRays3MkppWW5NTmdEczJyVkxadHZLeWdwV1ZsYnM5cElsUzdCa3laSXl5eTRxS2tKZVhsNnBlWEkveERBTWNuTnpvYUNnOE5uUERRQWFOOUxDNFgxN3NEdG9QN2JzMkcwTmNPL3A2aG1OVDRxN2Q2MUNCUkJTQTFGUy9NalZxMWRoWm1iR3prTHl2amNnUGhvOFhSSGp4NC9IK1BIbHI5RlhWazN4UFQ4L1A0U0dockpOWFlXRmhiQzJ0bVlUSGdBOGZQZ1FMaTR1V0xSb2tjeFNWV1V4TURDb3FYT21LdkFGUnFzQXhxT2xkZ3Z1MW8zcjBjWEV1TUlYMzdoeGcyMG16Y3JLd3FoUm85Q2dRUU1NSERnUUJnWUdNRE16WXdmWng4ZkhZOCtlUGZEMTljVXZ2L3lDK3ZYcnc4M05EWjA2ZFlLWGw1Zk1wQXArZm41NCt2UXBUcDQ4aWVmUG44dTlwL0NZTVdPUWxaV0YzYnQzbHpxbXFxb0tMUzB0VEpnd0FZbUppV3h6ZlVWd09Cek1tdWFNbm1iZHNIRHA4aFpKeVNsWGRBV0d2a214TWFzQmlLcjRNUWlSTzBxS0g0bUtpcElaS3lnU2lmRG16UnQySUhUYnRtMXgrdlJwYk42OHVkUXZ3dUxpWXN5WU1RTUFNSGJzV0hZS3NQSzhmZnNXUEI0UHdjSEJtRHAxYXFuajgrYk5ZMmZOT1hueUpKNCtmU3B6M01EQUFGdTNic1hhdFd2UnRldTdPWjdQbmoyTGE5ZmUvU0gvWWZNcFBocVFYaFBvNnVxMzROUlRPc3JoY0g2MHRob0FYMjlQMUsrdlZxa3lSbzRjQ2FIdzNYajBnUU1IWXNDQUFlWFdNTnUzYnc5ZlgxL3dlRHkwYXRVS2tOYjJ5OU91WFR1WlAxTGs2Y09seWdEQXpjMk5iVVkzTXpPRG1ablpWNVZ2YkdpQTg2ZUQ0YkZtTFRma2p3dkwyd2lNK2hZTHhlUFNuajVJK2FxQ0Nmbk9VRkw4U0VaR0JwbzBhY0p1TjIvZUhETm16SkRwV0NNVUNqRjA2TkJTdnhEUG5EbkRkcEk1ZHV3WUlpSWkwSzFiTi9hOVUyaG9LRTZmUG8yZ29DRDJtdmo0ZUxSdjN4NGNEZ2ZidG0ycmRMd0NnUUNIRHg4R3BBbDg5T2pSVUZGUlFWRlJFZHNSSkNJaUFuNStmbVd1L2ZoZHE2ZTRoc1BoL0Rpd3Z5VjJiUGIvb2lLNFhLNU14NlZQTmJseU9KeGFzMGJsbDA0bzhDbHFhcXJZdkdFZEpCSUc1MExEekpVVWVkNEFLamFISVNFMUJBM0orSWhZTFA3aVg0ekRody9Ia0NGREFPbjd2bE9uVG1IU3BFbnNZSEZJYTZLUmtaRVFpOFhZdTNjdm5KMmRFUnNiKzFVeCsvbjVJUzh2RHprNU9WQlhWNGVWbFJYT256L1AxbFJQblRvRkJ3ZUhDcjJEKzU1d2lrU3JHSWI1OC9MVmE1aXpjQ255OG1qSW5Eemw1eGRnNGRMbE9CY2FCakRNMzV6aTR0WHlqb21RcWtaSjhTTU5HellzTmV0SFpWeTllaFgvL2ZjZnVGd3UvUDM5MGE5ZlAyelpzZ1Vpa1FnaWtRZzZPanBZczJZTlpzeVlnZkR3Y0J3NmRJaGR0ZUZqMjdkdngrREJnekY0OEdCczM3Njl6SE9TazVQeHh4OS9RRVZGQmMrZVBZT09qZzc0ZkQ2NmR1MktqUnMzSWp3OEhBa0pDVlV5eVB4YlMweDg5Q294OXQ0QWhtRzhRaTllbGd5MmM4Q2RxR2g1aDFVbjNidi9BRGIyWXhEeVI2aEV3a2pXUFkrOTkrUHo1NCtUS25BcElUVUtKY1dQZE83Y3VkeEptQUVnTmphMjNGbEJJRjFYNzltelo0QzBPYzdHeGdZZE9uU0FqWTBOWW1KaTBMbHpaOWpaMmVIeDQ4ZHdkWFV0ZC9CMzkrN2RzV1BIRG9TRmhTRXNMQXc3ZHV4QTkrN2RTNTBYRlJYRmRnQ0tpb3FDc2ZHN1RpaXVycTZJaUlqQXlwVXJzWDc5ZXFpcXFsYjZzL2hPaUJOajc2MldNSncrTDlKZXZoZzNjUnEyNzlvcnM1VFh0eUlTaVVxTklkeThlYlBNaWhUbEtTZ29RSmN1WFVxdHRsS2VUM1djWWhnR09UazVGU3JuYXpFTWcxMC83OFBvQ2M1SVNrbDl5VEFZa0JRYnM0STYyWkRhcW5hOFFLbEMvZnIxdzhLRkMrSG01aWJUakZwVVZJUXpaODdnMkxGanNMVzFSWEp5TWtRaWtjdzVLU2twU0VwS1F2djI3UkVXRm9ZLy92Z0RkKy9lUmQrK2ZiRnUzVHE4ZnYwYU4yL2V4TFJwMDhEbGNqRjE2bFRZMjl2RDN0NmVIUlA1bnFXbHBjeTJRVGtUaTl5OGVSTmR1blJCYUdnb0JBSUJHamR1REtGUWlKTW5UNktnb0FEcTZ1bzRldlFvbGk1ZFdtb0tzNW9rT1M3NjcxYXRPaHRDbmRtM2Vmc3V1L0MvSXlvOFR2RnJ2SjhpRGRLbWRRQjQ5T2dSZXp3ek14TU13N0Q3ZUR5ZXpLdzRGU1VTaVdCblp3Y25KeWVaM3FHWExsMkNscFlXZnZubEYrVG01cUtvcUFnTXcwQkxTd3RidG15Qm1scmxPaDVWUnNhYlRDeHdXWWFJVzVGZ0lBbWxjWXFrTHFDaytCRjlmWDEwNk5BQlo4K2VsV2x5ZlBEZ0FicDI3WW9GQ3hZZ016TVRwMDZkUXUvZXZXWEdmUEY0UEV5YU5Ba2FHaG80ZlBnd0Jnd1lBRzl2Ynlnb0tFQlZWUldCZ1lIc01sSlRwa3lCbVprWkFnSUNNSGJzV096ZHV4ZVFqalg4MU5oR1NHc2RJMGFNZ0Vna1FrUkVCSVlPSFFwUFQwLzQrUGhnMzc1OU9ISGlCTnExYTRmRGh3OURRME1EdnI2K3NMYTJob09EQXhZdVhGaHRuMTExUzAxOW1BbGdCRjlnTUMzeVR0VDJRY05HS20zd1dZT0JuNW5SNW12Y3ZYc1hGeTllQktTMUpvbEVJdE5SNnVuVHAxQldWa1pxYWlvQVFFMU5EZDdlM2w5OHY0U0VCRVJFUkFEU1NRYzJidHlJYmR1MjRjbVRKemgxNmhRME5UVy8rcGtxNHRxTnY3RFVmUlV5MzJhV1NNQlpuUFE0aG1hMEllUjd3eGNZWHh2ck5JV3BiaTlmdm1Sc2JXMlpseTlmc3Z0eWNuSyt1RHg3ZTN2RzFOU1U2ZHUzTDNQcjFxMVN4NU9Ta2hpR1laaXRXN2N5VzdkdS9XeDV1M2Z2WnZ6OS9SbWhVTWhjdkhpUktTa3BZVzdjdU1HSXhXSm01ODZkVEV4TVRLbHJuang1d2tSR1JuN3hNekFNdzR4MW1zTHdCY2JmeGNCdGJUMUR2VFlDby90dE81a3czdXY5R2FGUTlGWFA5aW1QSGoxaXhHSXhJeGFMR1E4UEQ1bGpaODZjWVc3ZnZzMFVGQlRJN08vVHB3OWpZV0hCOU9uVGgvMHlOVFdWMmU3ZHV6ZGpaV1hGTUF6RENJVkN4dHJhbW5ueTVBbmo0K1BEV0ZsWk1jZVBIMmQyN05qQkNJVkNac0NBQWRYMmZCOFNpVVRNK28yYm1iYWRUQmkrd09neHpYMWE4NW1hbWw0ME1URzVKZTg0U0RYNFZrbVJZUmdtT3p1YnljL1ByN0x5eEdKeGxaVWxMOTlUVW9SMGxReSt3R2hQRzMxalpyQ3RBL1BzZVdLMVBQZVdMVnNZVDA5UEppUWtoQmsvZmp4VFdGaklIbk55Y21MaTR1S1kyYk5uTTRHQmdVeFJVUkhEU0pQaXExZXYyUFB5OC9NWlUxTlRtWDlUejU4L0w1VVVuejU5eWp4Ky9KanAzNzgvRXhzYnl6eDY5SWpKeWNuNUpra3hNU21aR1RaeUhOTkczNWpoNnhudGE5Yk1zUHJhWnNrM1EwbXhjcWlqVFRrME5EU3F0SE9LdkdjOHFZMVNVMU1MRTJQdnpSQkxKS1BpbnNUbkRoczVEcWZPZkxycCtVdk1uRGtUMGRIUk9IVG9FSGJ2M2kwejFaOVlMSWFpb2lLMmJkdUc1czJiZi9Xd2x4TW5Uc0RmM3g5djM3N0ZnUU1IOE91dnZ5SXRMUTF2Mzc2RmpZME5ldlhxaFVHREJzSEd4Z2JSMFZYWEUvZnMrVEFNdFIrTCs0OGU1VE1paVdOaTNEMW5XamFLMUVYMFRwSFVlTWx4TVNkYnRqZjhCNFVGdnkxZHZxcjN0ZXZoOEYvdmhYcVZtS2UyUFAvKyt5L1dyVnNIYzNOelhMMTZGVnd1RjQ2T2ptem5tNnlzTERnN083TWRyc0xEd3o4NWZkL251TG01d2NQREE0OGZQNGFCZ1FFNzRYZkRoZzF4L3Z4NUxGNjhHRC85OUJOTVRFeSsrdGtnN1VDMmJLVVh6cDYvQUlaaC9tRVl4akVwUHVaNWxSUk9TQTFFU1pIVUNpOFNZbElCOU5NUkdIbWREN3ZrZHZkZURHZEhnQjlNalkyK3F0eUNnZ0lzWGJvVSt2cjZ1SFRwRXNMRHc5a2hHQ0tSQ0gzNjlNRzhlZlBLSEFjNmF0U29ValhIOTVNN1FEckJ3OGU5UisvZXZRc0ZCUVZvYUdqZzFhdFhtRGR2SGp3OVBka09XbFVwNXNGRHpGdnNodVNVVklZQkFwSmllZTdBSFdHVjM0aVFHcVRPdHVsTm1ERGhrMnNkZnV6WFgzL0ZnUU1IU3UyZk5tMGEyMXV3c29LRGcrSGo0eU96NzlpeFk0aUtpdnFpOGdpRXliSDMzQm1JZTc5NjllcjFXS2VwMkIyMC82c0s3Tk9uRDNyMDZBRlBUMDgwYnR4WXBza3lOallXS2lvcUNBOFBMM1ZkcDA2ZEVCSVNndXZYcitQNjlldTRjT0VDQU9EQ2hRdnN2dVBIajBNZ0VQeC84RUloMXE5ZmoxbXpaZ0VBRmk5ZWpGR2pSaUUvUDcvS3Arajc1Y0JoakJvL0dTa3BxZW1BeERJcDlwNExKVVJDcUtiSW1qUnBFbDY4ZU1GdTUrWGxZZDI2ZGV4NHdhZFBuN0lENDkrTGpJeEVlbm82dW5YcmhweWNISEM1WEhaMWpaTW5UOHI4c3JTd3NHQW45LzRVSG8rSE9YUG13Ti9mSC92Mzc4Zmp4NDlMblNNU2lXQnZidzgzTnpjOGZmb1VIaDRlK1Bubm45bDcxM1ZKc1E5dTh2bDhnVkM1d2Y0TkFkdUdoLzhkZ1IwQkc5Q3dZZVdITXhRWEY4UFQweE04SGc4TEZpekFiNy85eGg0N2R1d1lac3lZZ1Y5Ly9SWFBuejlIbXpadDJHTWZMd05WbGhZdFdtRExsaTNzdHFLaUlueDhmR1FXRE83WHJ4K3VYTGtDSFIyZFNzZGVscXpzYkN4Y3VodzMvcm9KTU16NWt0emlpUzlleEw2cGtzSUpxUVhxWEZJY1BIZ3dTa3BLa0plWGgrblRwME5CUVFHZW5wNmxhb0h1N3U0QWdPenNiTVRHeGlJdUxnNGRPblRBclZ1MzBLSkZDK2pvNkdEUG5qMVlzR0FCZUR3ZWpoOC9qb3lNREN4YnRneVFKdEZtelpyQndzSUM0ZUhocFZhNEtJK0Rnd01TRXhOUlVsSWlNeDd1UThIQndleDhxdTNhdGNPQUFRT3djZU5HZUhwNmZ1V25VM3NrSmlabUFiRG42eG5PdS9sUFpFQi9tK0VLbS8xODBOZkN2RkxsdkY4bFk5MjZkYmgzN3g0N2dQLzI3ZHVJam83R2loVXJJSkZJNE92cmk4REF3SytlVVB6OXdQK2RPM2V5K3k1ZnZsenFEN0l2RVg0ekFrdmNQSkNla1NsbUlGbVdGQnNUQUVEeTFRVVRVb3ZVdWFRWUZoWUdTSnRQVjY1Y0NUMDl2VStlLzk5Ly95RTRPQmdKQ1FtNGUvY3V6cDQ5QzNOemMranI2ME5aV1ptdFNZNGZQeDcyOXZZWU9YSWtPenROdTNidFlHRmhnYlMwTkNRbUpxSnYzNzR5WlF1RlFvakZZbHk2ZEFsTGxpeEJRa0lDK0h3K1hGeGNrSkdSVWFwNXQxR2pSbVd1ZmpCMjdGalkydG9pTlRXVlhmS0lBQUNZeExpWWJUcnRqYTVtdmMwNlBXWFcvSTVUSi8wRTE4WHpLOXdiK0tlZmZtSlh6N2g5K3paMGRIUVFGUldGNWN1WFk5MjZkYWhYcng1R2pScUZxMWV2d3NQREF5dFhydnlpV1diZTM4UE96azVtLzdCaHd4QWVIczcrc2ZVbEpCSUpObS9maFYwLzc0TllJbm5LaUpoUlNRa3gxRVpQU0JucVZGSmtHSWI5U3gvU1h4WWlrUWhjTGhkWHJsekJ3NGNQMldOeGNYRVlOR2dRT25Ub0FGZFhWeng5K2hRQkFRSFl1M2N2WHIxNkJSOGZIN1JzMlJKVHAwNUZYbDRlOHZMeWtKK2ZqOERBUUprbXNROWR2MzVkWnZ0OXNsMnhZZ1VnWGUzaS9kcC9wMDZkd3FWTGw5Q2lSUXRBdW9LOGhZVUY1cytmWDZwY05UVTE5T2pSQS8vNzMvL2c1T1JVUlo5VzdaR2NjTzlocTFhdGpIbjF0WGJ0M1hkdzRyWHI0UWphdFEydFc3WDg3TFdLaW9xWU8zY3VvcUtpb0t1cmkwbVRKbUhSb2tYdzlQUms1NkxsOFhnSUNBaUFpNHNMdkwyOTRldnJXK2tZRlJRVVNxMkpDT25jcWhNbVRFRERoZzByWFNZQXZFaDdpUmx6RitGUmJCd2tFdVp3UWFad1ZucjZvN3d2S295UU9xQk9KY1h6NTg5ajY5YXRnUFJkMGRTcFU2R3FxZ283T3p1a3A2ZUR5K1d5SFI5YXRXckZqbE44OHVRSlc2TjgrZklsdW5UcGdoWXRXcUJEaHc1bzNMZ3hHamR1ekU2L05XVElFQ1FuSndQdnh0RWhLaXFLblFJc0xTME5EeDQ4d0tCQmd5b1U3K2pSbzlsNU1ILy8vWGVrcEpTL25xdXhzVEVpSWlJb0taWWpOVFcxRUVpZHBDc3d1UFRrNmRPZnJZYU5WUFZhdFJ3T0kydy9lKzJPSFR2QU1BemJrOVRJeUFqTm1qV1RPVWREUXdPN2QrOUdZV0ZobVdXb3Fxcml6cDA3bFk1Ny92ejVNcE9mQndRRVZQamFrRDh1WUlYbld1VG5GeFFDNHRsSmNmZEw5eFFqaE1pb1UwbHg2TkNoK09HSEg4QXdETzdjdVlPVWxCUXNXclFJQUxCNjlXcjA2TkVEVmxaV0FJQXhZOFlnTCsvZEg5UVBIejZFb2FFaElLMUJUcGt5QlVPSERpM3pIaWRPbkdDYk9DTWpJL0hpeFF1a3BhWEJ4TVFFSXBFSTN0N2VNREV4a1ZuSXVEdzdkdXhnM3lzV0Z4ZC9zcU5PNDhhTjhlWU45WmY0bktUWSswZDE5Zld2RlJaeFRybXVXTjN6NWorMzRPdTkrck5ESGo0Y1d2RnhRbnlQeStWVytRVGRIODZ0VzFFbFFpRldldnJneE84aEFJUElrcElTaDdSbmo1S3JOREJDYXFrNk55VGp5cFVyK091dnZ3RHArOEtvcUNpOGZ2MjZ6SFBIakJtRG5Kd2NKQ1FrUUNLUklETXpFOW5aMldqVnFoVm16cHlKL3YzN3Mrc2REaDQ4R09ibTVqSTlUa2VNR0lHQWdBQ01HREVDQUtDam80TWZmL3l4M0E0MEg1czdkeTR1WDc2TXk1Y3ZzOG03UEZ3dVZ5N0xLZFZFU1k4ZnYweU1qZTRqWnJEK3pMbFE5QnRpaC9zUFMvZnlyWWtleHo2QjFiQ1JPUEY3Q0NRTXMrazV0NlEzSlVSQ0txN09KY1djbkJ6Mi9jejdsUWVlUEhrQ0hvOG5reHhmdlhxRi9QeDhhR2hvWU9uU3BRZ0pDY0g4K2ZQUnYzOS85cHd0VzdhdzZ4MkdoWVhCMXZielRYRS8vZlNUekRSaFZTVXpNeE5hV2xwVlhtNHRKa3FPalY0dWtVajZ2M2o1TW5Qa09DZnNPM2hFM2pGOWxjTkhqMlBFMkorUW1KejhscEZJaGlURjNuUEJvMGNsOG82TGtKcWtUaldmUXZwZXI2aW9DQjA3ZGtUdjNyM1pHcGl5c2pKOGZIeHc2TkFoUU5yQjR2Mzd1ZWJObTJQdDJyV1lNR0VDV3JkdURaR29ZdXVyaXNWaUZCY1h5M1R1NmRpeFk0WFgyL3V3K1JUU1hxYmx1WC8vUGpwMzdseWhjc24vUzRxTCtSK2ZiOXl1UkVWNGFLM2Z4cUhYYm9SajU5YU5VSzlCWXo1emMvTXczMlVacm9mL0RZWmhMaFdKOGlmUXVvZUVmSms2bHhSalkyT2hxNnVMcEtRa21kbEV1bmZ2WG1idlAwZ0g4bnQ1ZVdIKy9QbTRjdVVLL1AzOUszU3ZYYnQyWWYvKy9TZ3FLaXIzSFdSNTFOWFY0ZWJtVnFIcmhFSWgvdjc3Yit6WXNhTlM5eUR2SkNaR1p3R3cwOUV6Y1BucjVqKyt2ZnNQNFd6ZjVJYyt2WHZKTzdUUCtqdmlOdVl2Y1VQbTI3Y013ekFyaytKaWZBR0lLM0FwSWFRTWRTb3BQbjc4R0EwYk5vUzd1enVtVEprQ1pXVmx2SG56Qm8wYU5TcjNtc3pNVE15YU5Rc0NnUUFUSjA3RXlKRWprWldWaGJWcjE4TFYxVldtZzBaV1ZoWmJDMVJYVjhmU3BVdGhhMnVMYTlldTRlWExsd0RBOWs1VVVsSkNYRnhjdWJQUU9EbzZ5bXkvcjUxeU9CdzhlZkpFWnRxdmtKQVFkbkZrOHNVa3lYSDNOK2gyK09GY1RrN3VoY2t6NXVwT2QzYUMyNUx2ZDFIbWdHMkIyTGwzSDhSaWNaSlFJcko3OGVUaFBYbkhSRWhOVjZlU1ltcHFLaXd0TGRHcVZTc2NQSGdRdi96eUM1eWNuRkJVVk1RTzVuNi91cnBZTElaSUpNS2VQWHZRbzBjUGRueGcvZnIxMlVTMlljTUdHSHl3QnF1Zm54LzcvZXpaczludjN3L3dCNEIvL3ZrSFM1Y3VCY013YU55NGNibGpHajhXRlJXRm1UTm5nc3Zsb21uVHB0aTRjU01BNE1XTEZ6aDA2QkQyN3QzNzFaOFBBWkxpSHp4R3AwNGQrUkxGM1h0K09UZzUvTzkvRUxSckc1bzNheXJ2MEZqL3BXZGcycHdGdVAvZ0VTQmhEcGZrcHM5SVMwc3JrSGRjaEpCdjdHc1hHUllLaGN6YmQ4MU1aUjRyTGk1bWlvcUttTUxDUXZhcnVuenBvc01mWDVlWGw4ZGtaMmRYVVZTZjlyMHRNbHpkZFBXTXg3ZlJOeTRSR0hkbnpwdzkvMDArNDg4NWYrRVMwN2xMVDZhTnZuRUpYMkE4U2Q2ZkVmbiswU0xEbFZPbmVwL3llRHgya0gxWng1U1VsS0NzckF3VkZSWDJxN3A4NmFMREgxK25wcVlHRFEyTktvcUtmQ2dwTHZwSWlWRFN0cWlvK080aXR4VndYKzB0MDJucVd4S0x4VmpsdlI3emxyZ2hQejgvUmlLUjZDWEdSdE5nZkVLcVdKMUtpb1JVMW91RW1OVEUySHRtRW9iWkZIemlOSHIzSDRMSGNVKythUXhQNHAvQ2NyQXREdjkySEdLSlpIc2lWOVF0S1k0V0FpYWtPdFM0ZDRxUFl1TXdidUpVZVlkUkp6MktyZmo2azdXTUtDbjJub3R1UjRPcnIxK25IeHMyY3B6RzhxV0w0RHh4UXJYZitORFJZSGo3Ym9SSUtNd1ZNY3lFbExpWXM5VitVMExxc0JxVkZCa3c1M0p5OHZEUDdjclBJVW1xQ0llcHM3K1VrNTdjdjlDa1NaT1dhbzIwVDY3MTIyVDFkOFF0N05qaWozclYwTXhlVkZTRUJVdVg0L0xWYTRDRXVacForSFpVZG5MeTJ5cS9FU0dFRVBLVk9McDZoa3ZiNkJzelJ0MHRtSWhia1ZYYW1lYjJ2M2VaTHVhV1RCdDlZMFpYejNBRnZlWWdYNE02MmxRTy9iQVJVbmxNVWx5TXY1QVJHMmJuNUx3YVAzazZObS9mVlNVRmI5dTVCK01tVHNXYnpNelg0aEp4MTZTNEdCOWFDSmdRUWtoTm9hU3JaM1M0amI0eE0yTE1UMHpHbXpkZlZEdDhrNW5Kako0d21XbWpiOHp3OVl5Q3RiVzFWZVg5WUtSMm9KcGk1VkJOa1pDdlU1SVVkMitDV0N5ZUhuWHZ2cmhIMzBFNEZ4cFdxUUl1WExxQ1hwYURjZnZmS0xGRUxKbVRHSGR2TEEzR0o0UVFVcU5wdCsya3c5YzNldEJHMzVoeFgrWEZTQ1NTVDlZT0pSSUpzOUpyM2J2YW9iN3hvMWJ0T3JlWDl6T1Eyb2RxaW9RUXVXb2pNTnJVUnQrWU1lODNtRWxNU2k0eklTYW5wREkvV2cxOTE1bEdZTFFkUU9WWEV5YWtBaWdwVmc0MW54SlN4WjdIM2xzaUFXelMwbDRXV1E2MnhhOUhnMldPLzNiOE5Qb050a1ZpVWtvUkl4RVBUNHE5TjQ5V3RpQ0VFRktyYWJWdnI4RVhHUC9aUnQrWW1iM1FoY25KeVdFV3VMZ3piZlNObVRiNlJ1RTZPZ1lONVIwanFmMm9wbGc1SEhrSFFFaHRweXN3WHM3bHdPZjlOaVBHbXNRbjBXc0FNUEtOak5RRnBxYW1GeG1HMFl5S2lqS1RkeXcxQVRXZkVsTE5rbUtqMXpFaVNRK0F1U29XTXhhSlQ2STlLU0VTOG4ycVVkTzhFVkpUSmNiSDNBSXdRTjV4RUVJK2pXcUtoQkJDaUJRbFJVSUlJVVNLa2lJaGhCQWlSVW1SRUVJSWthS2tTQWdoaEVoUlVpU0VFRUtrS0NrU1FnZ2hVcFFVQ1NHRUVDbEtpb1FRUW9nVUpVVkNDQ0ZFaXBJaUlZUVFJa1ZKa1JCQ0NKR2lwRWdJSVlSSVVWSWtoQkJDcENncEVrSUlJVktVRkFraGhCQXBTb3FFRUVLSUZFL2VBUkR5c1RZQ28za01PUGJ5am9OVURBUG1lVkxzUFdkNXgwRklWYUNrU0w0N0RPQ28yVUNqaDBDdmc3eERJWitSbnZFR3o1NG4vZ2lBa2lLcEZTZ3BrdStTb1VGbkhQeDVwN3pESUo5eDh2ZXpjRjJ4V3Q1aEVGSmw2SjBpSVlRUUlrVkprUkJDQ0pHaXBFZ0lJWVJJVVZJazVCUDI3OStQUjQ4ZWxYbE1JcEhnN2R1MzFSNURZV0VoRWhJU3F2MCtoQkRxYUVOcW1YUG56c0hYMTdmQzU2dXFxdUx5NWN2dzgvUERoUXNYb0tLaWd2VDBkRnk5ZWhWdjNyekJybDI3Y083Y09TZ29LTERYeko4L0h4WVdGb2lKaVlHYm14dTh2YjNSdlh0M0FFQy9mdjBnRW9uQTRYQUFBTVhGeFpneFl3WW1UNTVjNFpqeTh2SXdiZG8wZUhsNW9VT0hEb2lPam9hSGh3Y0NBd01oRUFoZ1kyT0RyS3lzVXRlSlJDTE1uRG1UdlplcnF5dmk0dUxLdlU5V1ZoWm16NTZOTVdQR1ZEZzJRbW83U29xa1ZyR3lzb0tGaFlYTXZvc1hMK0xjdVhQWXNXUEhKNjlkdkhneHVuWHJoa21USmtGWldSbWVucDVvMjdZdDl1N2RDeDZQaDdpNE9DeGJ0Z3g2ZW5vQUFHTmpZM2g1ZWNIZDNSM2UzdDdvMWFzWEFDQTBOQlQxNjljSEFPelpzNmZTejdCcDB5WllXbHFpUTRkM1ExSjY5dXlKT1hQbVlPSENoVGh6NWd6T256OWY1bldCZ1lFeTJ4czJiUGprZlRadjNsenAyQWlwN1NncGtscEZTVWtKU2twS012dnExYXNIQlFVRmFHcHFmdmI2eU1oSVdGaFl3TmZYRjFaV1ZraElTSUNmbng4Y0hCemc0ZUVCRHc4UE5HM2FsRDNmek13TVI0NGNRWk1tVFNBV2kxRlFVQUJWVmRVdmpqODFOUlhYcjEvSDJiTm5aZmJiMjl1alo4K2VVRkZScVhCWlI0NGN3Ymx6NThvOW5wNmVqdW5UcDM5eHJJVFVScFFVU1oxUVhGeU1WYXRXd2RuWkdYdyt2OXp6SWlJaVlHVmxoZmJ0MjZOVnExYkl5TWpBbURGakVCWVdCaWNuSjVpYm13UFM5NG5MbGkzRDVNbVRvYSt2RHdDNGN1VUsycmR2RHk3My8xL1ZLeXNyNDhtVEowaEpTWUc2dXZwbkUvUFZxMWRoWm1iRzFqUXpNakx3NTU5L0FnQk1UVTByOWN6ang0L0grUEhqeXoxT05VVkNTcU9rU09vRWlVUUNIbytIY2VQR1lkcTBhWEJ5Y2dLUFYvcWZmM3g4UEp5Y25KQ1Nrb0lEQnc0Z0lpSUN0cmEyYU4yNk5VSkNRakI0OEdDWW1KaGc0Y0tGR0Rac0dPYk9uUXMzTnpjb0tTbkJ4OGNIQVFFQk11VU5HVElFMGRIUmNIZDNoNk9qSTZ5dHJUOFpaMVJVRk5zTUMrbDd3amR2M3VDdnYvNENBTFJ0MnhhblQ1L0c1czJiWlpJdlBuaC9DUUJqeDQ1RlNVbkpKKy8xOXUxYjhIZzhCQWNIWStyVXFaK05qWkM2Z0pJaXFSUHExYXVIVmF0V1ljQ0FBZkR5OHNLZmYvNEpiMjl2Nk9ycXlwem41T1NFZ3djUG9sZXZYdWpmdno5Y1hWMVJVbEtDTVdQRzRQejU4M2p6NWczdTNidUhKazJhb0VXTEZnZ01ESVNDZ2dJYU5XcUVnSUFBYUd0cjQvWHIxekpsdXJ1N28xR2pSbVVtNFk5bFpHU2dTWk1tN0hiejVzMHhZOFlNbVk0MVFxRW9QN3lrQUFBZ0FFbEVRVlFRUTRjT2hadWJtOHkxWjg2Y2diS3lNZ0RnMkxGamlJaUlRTGR1M2RqN2hvYUc0dlRwMHdnS0NtS3ZpWStQUi92MjdkbU9RWVRVZFpRVVNaM1NxMWN2SER0MkRCNGVIbkJ5Y3NMNTgrZlpwa29BR0Rod0lMWnUzWXBldlhxeHZWZ2xFZ24rKys4LzJOblpBUUJhdEdpQmZ2MzZBUUMwdGJXUmxKUUVMUzB0N05xMUM1R1JrZERTMHBLNVozeDhQSUtDZ3RnT09wOGlGb3NybER6TE1uejRjUFo3aVVTQ1U2ZE9JVEF3RUd2WHJtV2JqS09pb2hBWkdRbFRVMVA4OHNzdk9IVG9FUGJ1M2NzMkFSTlMxMUZTSkhXT3BxWW10bS9manBpWUdKbUVDR21OVWxsWkdRWUdCdWpldlR0V3JGaUIzTnhjakJvMUNpRWhJYVhLdW5uekpvNGNPWUpEaHc0QkFKeWRuV0ZyYXl0enpzU0pFeXNjVzhPR0RaR1ptZm5GejNiMTZsVVlHQmlnYWRPbThQZjN4Lzc5KzdGbHl4WnMzTGdSSXBFSU9qbzZXTE5tRFpvM2I0N2k0bUljT25Ub2srOVlDYWxyYVBBK3FaTTRIQTZNakl4azl0Mjdkdys3ZCsrR1JDTEJ2WHYzS2xUT3JWdTMwS05IanlxTHEzUG56bmp3NEVHNXgyTmpZMUZjWEZ6dThhQ2dJRHg3OWd5UVBxT05qUTA2ZE9nQUd4c2J4TVRFb0hQbnpyQ3pzOFBqeDQvaDZ1cEtDWkdRajFCU0pFUktYVjBkRW9rRXUzYnRRbjUrUG03ZnZnMDdPenM0T2pyaXpaczNzTE96ZzUyZEhSd2NIQUJwRStYTm16ZlJzMmZQS291aFg3OSt1SEhqQmtRaWtjeitvcUlpbkRsekJoNGVIZ0NBNU9Ua1V1ZWtwS1FnS1NrSjdkdTNSMWhZR09iT25Zc1JJMFlnTlRVVjY5YXRZM3V2VHBzMkRjN096cGc2ZFNyOC9Qd1FIeDlmWmZFVFV0TlI4eWtoVW0zYnRtV2JQdHUwYWNNT1p5aXYrZlR1M2Jzb0xDeUVvYUVodTIvTGxpMmxCdXhuWkdSVU9BWjlmWDEwNk5BQlo4K2VoYjM5LzYrei9PREJBM1R0MmhVTEZpeEFabVltVHAwNmhkNjllOHZNdE1QajhUQnAwaVJvYUdqZzhPSERHREJnQUx5OXZhR2dvQUJWVlZVRUJnYXlZemluVEprQ016TXpCQVFFWU96WXNkaTdkeSs2ZE9sUzZjK01rTnFHa2lJaFg2aWtwQVEyTmpZeUhXTVdMbHo0VmU4VUFjRER3d016WnN4QXIxNjkwTHg1Y3dEQXZuMzdvSzZ1RGtnNzk1VDFmdk5EaHc4ZlpyOGZPWElrRWhNVG9hNnVMalBMelE4Ly9JQjkrL1loT1RrWk9qbzZsWXFSRUVMSU44SVhHRVU0VFozRmZFOUVJdEZuenhHTHhZeEVJcW1TKzJWblp6UDUrZmxWVWhZamphMDZuRGdkd3JUUk4yYmsvVytHbE0vVTFQU2lpWW5KTFhuSFVWTlFUWkdRQ3Zpd21iSThIdyttL3hvYUdocFZWaGFxT0RaQ2FqUDZTU0dFRUVLa0tDa1NBdURnd1lPbFpxSjV6OC9QRDhIQndkVjYvMCt0MjFnUndjSEI4UEh4a2RsMzdOZ3hSRVZGVlVGMGhOUWQxSHhLYXAxdDI3Ymg2TkdqN0pSbjVTa3VMb2FEZ3dOY1hGekE0WERnN095TW5UdDNscHI2clN6ZmN0M0dreWRQSWp3OG5OMXZZV0hCRGd2NUZCNlBoemx6NXJDRCtCOC9mbHpxSEpGSUJIdDcrMUpUeGhGU1YxRlNKTFdTbzZNajVzK2YvOGx6OXV6Wmc5emNYRUE2NTZtU2toSkNRME9ocGFXRmJkdTJzYjA5YzNOendlUHhzSC8vZmhRWEY4UFMwaExMbGkzN1p1czJQbjM2Rk0yYU5ZT0ZoUVhDdzhQeDlPblRDbjBHRGc0T1NFeE1SRWxKaWN4OHB4OEtEZzVHWW1KaWhjb2pwQzZncEVqcVBJbEVncXlzTEl3ZE94YVFKZ3BiVzF1Mjl1VG41d2MrbjQ4eFk4WWdKQ1FFQ1FrSjMzemR4bmJ0MnNIQ3dnSnBhV2xJVEV4RTM3NTlaY29UQ29VUWk4VzRkT2tTbGl4WmdvU0VCUEQ1ZkxpNHVDQWpJd054Y1hFeTV6ZHExQWlOR3pmK3FzK05rTnFJa2lLcDFmejgvQkFhR29wNjllb0JBQW9MQzJGdGJTM1RYUGp3NFVQOEgzdDNIbGRUL3Y4Qi9IVnVlMUloQ2FFbzNVcGE3R01MSTdzaGxUVzdyQ0hiVEdUZllwREtyaXpaaXFLUXIyWElNdllsbFpIVTBJWklTdXV0dTV6ZkgzTTd2NjZLeWxMcS9YdzhQQjd1V1QvbkpPLzdXZDhMRml5QWk0c0wrdmJ0Kzlucm1abVpvWG56NXFYdS85WjVHMHR6N2RvMW1jOEJBUUdJaTR2RGtpVkx1T2NXQ29VQWdLQ2dJRnk4ZUJFTkd6WUVBTHg5K3haZHUzYjlZazJha0pxSWdpS3A5cHlkbmJrK3VNREF3R0xOajJabVp2RDA5TVNhTld2UXRtMWJBTURwMDZjUkZoWUdmTko4Q2dESGp4OHY5VjdmSTI4akFDUW5KeU04UEJ6Snlja0FnTmV2WCtQSmt5ZXdzYkVwMHp0d2NIREE4T0hEQVFDblRwMUNVbEpTbWM0anBLYWhvRWdJQUQ2Zno2MENJeEtKNE9EZ0FHVmxaUWdFQXN5Wk13ZVExdTQyYk5qQTlUV1c1SHZrYllTMHVmWFZxMWQ0L2ZvMUxDMHRJUktKc0hyMWFsaGFXc3JrWHl6TnRtM2J1SDdGd2dGR2hKRGlhRW9HSVZJYk5teEFkblkyTWpNelVidDJiZlRwMHdlaG9hRmNCdnVnb0NEWTJkbVZLU0Z2WWQ1R2RYVjFqQjA3RnRuWjJUTDdlL2Z1amZ2Mzd3TUEzTjNkWVc5dmo1RWpSM0o1R3lkT25Jamp4NDl6dGN5aFE0ZGl5NVl0R0RwMEtBQ2dhZE9tc0xhMkxuVUF6YWRtelpxRlM1Y3U0ZEtsUzNCeGNTbjN1eUdrcHFDYUlxbjJ2TDI5dWVCUjJLZjRxY1RFUkp3OWV4Yno1OC9IaXhjdjBLZFBIK2pwNmFGdDI3Yll0R2tUdW5idGlyaTRPS3hhdGFyTTkvMldlUnRMNHVqb2lORFEwREtYaHhEeVpSUVVTYlhXdm4xNzlPL2ZIMlptWmdDQXFLaW9Fck5XaEllSGM2bVZ3c1BEdVlFNGl4WXRncU9qSXk1ZXZJaWRPM2RDVlZXMVhQY3ZMVy9qNjlldnk1VzNVU3dXSXo4L0gyS3htTnZXc21WTHRHelpza3puRjIwK0JjQ050Q1dFeUtLZ1NLcTFIajE2eUh3dURJNmZ1blhyRnRxMGFZTno1ODZCeitkRFMwc0xRcUVRZ1lHQnlNM05SZTNhdFhIMDZGRXNYTGp3cTljbExacTM4ZGF0VzF6ZVJvbEV3dVZ0QkFBRkJRVUVCZ1lDQUhidTNJbjkrL2RESUJCZzRNQ0I1YjdmNzcvL1h1N3pDS21KS0NpU2Fpa2dJQUJuenB6NTdERzV1YmtZT25Rb1JDSVJidCsrallFREIyTEZpaFZZdTNZdDl1M2JoeE1uVHFCRml4WTRmUGd3MU5YVjRlN3Vqdjc5KzhQT3pvNGJGVm9SNWMzYldMdDJiU3hjdUJDREJ3OUdXRmdZM3J4NUEwaWJnZ0ZBVVZFUk1URXh4WnBvQzQwYU5Vcm1jMkZ5WW9aaDhQejU4ODhPSENLa3BxR2dTS3FsNGNPSGwydEZHemMzTjNUczJCRXJWcXhBKy9idEVSNGVqbzBiTjhyVUxGZXZYbzNZMkZoOC9Qanh1NWUvcUJrelpuQi9MMXJ6dlhQbkRoWXVYQWlXWmFHbHBZV3RXN2VXNlhyaDRlR1lObTBhZUR3ZXRMVzFzV25UcHU5U2JrSUlJZDlBVmN5bitLT1VKVy9qcHlxYUsvRmI1RmlrZklwVkgrVlRMQitha2tGSUZWS1d2STJmcW1pdVJNcXhTRWh4OUZ0QlNBMGlrVWdxdXdpRVZHa1VGRW0xZGYvKy9XSUxZUVBBbFN0WHVPWFNDb1dGaGVIT25Uc2xYc2ZIeHdmTGx5OHZjZC9Ka3ljeGJkbzBtVzFpc1JpMnRyYmM1UHl5V0xkdUhmejgvSkNlbmw1czM2Y1Qvd3M5ZVBBQUV5ZE9MUE05OXV6WkF3OFBqeklmVDBoTlJBTnRTTFVsRkFyaDdPeU1mZnYyUVZkWEZ3Q1FsSlNFRlN0V3dNUERnOXNHNlVqTWhRc1hZdWZPbldqVnFsV1pydi8yN1Z0NGVucWlYcjE2TW9HeFM1Y3VTRXBLZ3ErdkwzeDlmUUVBYW1wcTJMUnBFL2J2M3c5L2YzOG9LQ2pBd3NJQ2E5YXNBUUJNbkRnUjU4NmR3L1RwMDlHMmJWc3NXTEFBQUpDZW5nNDdPenY0K2ZtaGNlUEdaWDcya0pBUVhMbHlSV1piZW5vNm5qMTdoc1RFUkpudENnb0tOTmlHRUNrS2lxVGFpWXFLUW41K1BoUVZGV0ZsWllYUTBGQzBhZE1HQU9EcDZZbnUzYnVEWlZrOGVQQUFPam82ME5YVmhiVzFOVWFQSG8zMTY5Zmo4T0hEWDF6SzdmMzc5NWc1Y3lhV0xGa0NCUVVGWEw1OEdhdFhyMFp5Y2pJbVRacUVrSkFRaElXRklTVWxCZlBuejVjNWQrTEVpV2pSb2dXQ2c0Tng5ZXBWbVVuMS9mcjF3N0JodzdqUGRlclVnYTJ0TFZhdFdvWGR1M2Vqb0tBQXVibTVnTFFHS1JhTGtaR1JBVWo3Q0F2blVMNTQ4UUs2dXJyYzFJL1M1T2ZudzhuSnFkenZtSkRxaW9JaXFYWUNBZ0x3L3YxN1NDUVNQSHo0RU8zYXRVTjRlRGdnclJGZXVYSUZxYW1wQUlDK2ZmdHlOY1lwVTZiQXdjR2hUR3Vidm4zN0ZwTW5UMFo2ZWpxU2twSVFHeHVMelpzM0F3Q01qSXh3OU9oUlFEcjlJU0lpb3RpcU5vVTZkdXpJMVV3dlhyeUl1TGc0cUttcElTa3BDZEhSMGJDeHNjSGt5Wk14Yk5nd1hMNThHVGs1T2RpOGVUUHExYXNIZ1VDQWpJd01USnc0RVNLUkNBekRjSE1jQnc0Y0NBVUZCZWpwNmVIMDZkTjQvUGd4bGkxYkJnQ0lpWW5COHVYTDRlL3ZEN0ZZalBYcjEzK0R0MDVJOVVCQmtWUTdoVTJTT1RrNXNMYTJ4cTVkdTdoOVQ1OCtoWnVibTh5MmpJd01ydSt4Y2VQRzBORFFRRnhjSExjL0xTME5IejkrbE9tZmJOeTRNVXhOVFRGbHloUTRPVGx4YVprK3hUQU1ZbU5qWllMaXJsMjdJQzh2anc0ZE9rQlpXUm5LeXNxQXRJazFLaW9LT1RrNWNIRng0U2JkS3lrcFllZk9uV2pZc0NIT25UdUhYcjE2WWRteVpYanc0QUYyN05pQmZmdjI0ZlhyMTVnK2ZUcDNqODJiTnlNK1BoNEFJQkFJSUJRS2NldldMVUE2ZVQ4ckswc21kNlN5c2pJNmRlcjBGVytka09xQmdpS3A4VkpTVWhBY0hJeTR1RGhZVzF0ajNMaHhNZ05TM3J4NUE0RkFJTE50eElnUnNMYTJCZ0FjUEhpUVMyTDhxZmo0K0dKcG94d2RIYUducDRjclY2NWc3dHk1aUk2T1JzT0dEV0ZyYTRzWEwxNWd3WUlGR0RCZ0FHeHRiYmx6bWpScFVxNW5LaHIwdzhMQ0VCMGR6UzBDRUI4ZkQyOXZiNjVtU3dqNWZ4UVVTYldTa1pHQnQyL2ZBdEpsM0NCdExpeVVrSkNBZ29JQ21XMkdob1pZdjM0OWR1L2VEWkZJQkRVMU5abWc0dVBqZzZTa0pLeGN1YkxFZStycjYwTkRRNlBFZlNXTkhLMVZxeGJYOTdkMTYxYmN2WHNYUVVGQmdMVEdwcVdsaFFrVEpzaWNzM256NWpJUEFDcTBmLzkrSER0MkRBb0tDZ0JRTEtPR2pZME5CZzBhQkdkbjUzSmRsNURxaklJaXFWYnUzYnNIUHo4L0FFQkJRUUVZaHNIcTFhdTUvWGw1ZVVoTFM1UFp0bXZYcmxMWERTMkxqaDA3b2tHREJpWHUrL0RoUTdGdCsvZnY1OUpHUWRxa2EyQmdBRWhIcmo1Ky9CZ2lrWWpMcFFocGJhOXo1ODU0OSs0ZGJ0NjhpV25UcGlFckt3dkp5Y21ZTm0wYWwvT3hxSUtDQWpnNE9HRHk1TW1BTkVDekxNdXRkWHIwNkZHOGZ2MjZ3czlOU0hWRVFaRlVLelkyTnJDeHNRR2tnMXdLUjVNV0t1eFRMTHJ0YS9uNStYSDlncDlLU2twQzgrYk51YzhzeThMSnlRbE5telpGY0hBd0FPQ3Z2LzdDd29VTGtaaVlpTHAxNjRMUDUrUHc0Y01ZUDM0OEFDQTJOaGE1dWJsbzI3WXR6cDA3QnpNek0weWJOZzFQbno2RnY3OC9GaXhZZ05UVVZMaTd1Myt4bk9ycTZoZ3pac3czZTNaQ3Foc0tpcVRhdW4zN05reE1UQ3AwN3YzNzk5R3VYYnRTOTdNc0M3RllERHM3TzNUbzBBSHU3dTdjQUo5Q3ExYXR3c2lSSTZHcHFjblYvUEx5OHRDd1lVUHVtQnMzYmlBOVBSMW1abWJjL01FcFU2Wmd3b1FKYU5PbURjek16QkFXRm9idTNidERYbDRlWGJ0MmhaV1ZGWFIxZFpHUmtRRmxaV1VZR0JpZ2FkT20yTGh4NDJlZnFYQUVyclcxdGN3Y3pROGZQa0JWVmJYVXdFNUlUVUpCa1ZSTHljbkpDQWdJd0xadDI4cDhEc3V5eU1qSWdKdWJHeUlqSXhFU0VsTHE5SXhyMTY1eHpiVDc5KzlIY25KeXNmbCtUNTgrUldKaUlyZkdxSmVYRjE2OWVvVmZmdmtGWXJFWTZlbnBXTE5tRGNhTkd5ZXo1bW5MbGkweGF0UW96Sm8xQzBlUEhzV0ZDeGN3Wjg0Y1FEcHZzVTZkT3NYS282aW9DQ01qSTVsdGZmdjI1ZTRkR2hxSzFOUlUxS2xUQitucDZkRFYxVVcvZnYwZ0ZBcHg5T2hSMUs1ZEcrUEdqU3Z6dXlLa3VxS2dTS3FkeE1SRXpKa3pCd01HRENnMXFYQkpuajkvanV2WHIyUGt5SkU0ZnZ6NForY3JXbHRidzlyYUdpa3BLVmkxYWhYNjlPbFRiSERNZ0FFRDRPM3R6ZlhoU1NRU1JFUkV3TlhWRlpHUmtkRFUxRVNmUG4wd2VQQmdpTVZpcEthbVFsRlJFUUF3ZmZwMDFLbFRCMmxwYVVoSlNVR0hEaDNLL1I0YU5teUlCdzhlWU11V0xVaE1USVNYbHhjMmJ0eUlkKy9lQWRJQUs1RklFQjRlVGhQNENaR2lvRWlxbmNPSEQ2TkRodzZZTjI5ZXVjNnpzTERBbURGallHVmxWYWJqL2YzOTRlZm5oOUdqUjNPSmdqOG5JU0VCelpvMVEwaElDUGJ1M1FzWEZ4Y01HVElFTjI3Y3dQejU4NkdrcEFRdkx5OUF1anJOcUZHaklCUUtzV25USmlncEtaWHJXWll1WFlvclY2N0EwTkFRZ3djUHhxQkJnNkNnb0lEZmZ2c05hOWFzd1pZdFd3RHBDRjFUVTFOdXhSOUNDQ0ZWek5mbVU2eElUc0tLRUFxRnJFUWlLZGM1MmRuWkxNdXl4YzRyS0Nnbzk3VSs1ODJiTjJ4bVp1WTN1MTVwS0o5aTFVZjVGTXVIYW9xazJxbElUc0tLS0RwbG9xeHExYW9GU0ZlNkthcHdMdUczb3FPajgwMnZSMGhOUWFtakNDR0VFQ2tLaW9SOFE5ZXZYOGZWcTFjcnV4aUVrQXFpNWxOQ0trZ2dFQ0FoSVVGbVcwSkNBZzRmUGd4dGJXMlpabHg1ZVhtMGFORUMvLzc3TDl6YzNMQjM3OTZ2V2tXSEVQSjlVRkFrcElKaVkyTXhlL1pzV0ZwYVFpS1JRQ1FTUVZGUkVhYW1wdkR4OFlGUUtBVERNSkNYbDRlNnVqcFdyRmlCRmkxYTROZGZmOFdtVFp1d1lzV0t5bjRFUXNnbktDZ1M4aFgwOWZXeFpjc1czTHAxQzRHQmdkeFVCd0RZdlhzM0ZCVVZpODFmSERGaUJBWVBIb3prNUdTWmxXVUlJWldQZ2lJaFgybkVpQkhJeXNwQ1ptWW03TzN0dWUwZlBud0FqOGZEdVhQbjBMSmxTNnhkdXhhUWprRHQyTEVqcmx5NWdyRmp4MVppeVFraG42S2dTTWhYOHZmM0wxZE5FZEtGQW03ZnZrMUJrWkFxaG9JaUlSVWtrVWk0dFVVQjRNR0RCeGd4WWdUM09TMHREYU5HalNyeFhDMHRMYVNscGYyUWNoSkN5bzZDSWlFVmxKdWJDeFVWRldSblo2TisvZnBZdTNZdGpJMk51ZjFKU1VtUWs1T0RRQ0FvbG9HQ3grT0JaV2toR0VLcUdncUtoRlJRZW5vNmF0ZXVqWUNBQUJ3L2ZoeEtTa295eVlaRkloRWlJeU94WnMwYTlPdlhUK2JjRHg4K29HN2R1cFZRYWtMSTU5RGtmVUlxS0M0dUR2cjYrcGcwYVJKOGZYMGhMeStQU1pNbVllL2V2Vmk1Y2lVWWhvR2pveVA2OXUxYjdOeW9xQ2lZbXBwV1Nya0pJYVdqbWlJaEZYVHIxaTB1RTRldXJpNjh2YjB4Wjg0YzFLOWZIM0Z4Y1ZpOGVERjY5T2hSN0R5aFVJaWJOMitXSzljakllVEhvS0JJU0FYY3YzOGY2ZW5wc0xDd1FIUjBOQ0lpSXZEWFgzOUJLQlNDeitjakp5Y0hucDZlZVBqd0lWcTJiQWw5ZlgwdXQyTklTQWlNalkxaGFHaFkyWTlCQ1BrRUJVVkNLaUFyS3d1elpzMUNZR0FnenB3NWc3WnQyMkx5NU1ubzBLRURsd0hqNWN1WHVIUG5EdTdmdjQvbzZHaVltWm5oMWF0WE9IVG9FUGJzMlZQWmowQUlLUUVGUlVJcW9HZlBudHpmUzV0Mm9hK3ZEMzE5ZlpsdG1wcWFPSFRvRU5UVjFiOTdHUWtoNVVkQmtaQWZxRENmSWlHa2FxTFJwNFFRUW9nVTFSUkpsUlFaOVE5R2pwdGMyY1VnWDVENm5sYmxJZFVMQlVWUzViQmd6MlI4ekJUY3VmZXdzb3RDeW9STnFld1NFUEt0VUZBa1ZVN0NzOGgxQU5aVmRqa0lJVFVQOVNrU1FnZ2hVaFFVQ1NHRUVDa0tpb1FRUW9nVUJVVkNDQ0ZFaW9JaUlZUVFJa1ZCa1JCQ0NKR2lvRWdJSVlSSVVWQWtoQkJDcENnb0VrSUlJVklVRkFraGhCQXBDb3FFRUVLSUZBVkZRZ2doUklxQ0lpR0VFQ0pGUVpFUVFnaVJvcUJJQ0NHRVNGRlFKSVFRUXFRb0tCSkNDQ0ZTRkJRSklZUVFLUXFLaEJCQ2lCUUZSVUlJSVVTS2dpSWhoQkFpUlVHUkVFSUlrYUtnU0FnaGhFaFJVQ1NFRUVLa0tDZ1NRZ2doVXZLVlhRQkN2b1krMzJJS0M0eXE3SExVWkF4dzlPV3p4M3NydXh5RWZBc1VGTWxQalFWR3FhdXJXWnZ3alNxN0tEWFMwMmN4eU16TUJnQUtpcVJhb0tCSWZub21mQ01jTytoVDJjV29rVWFPbTR3Nzl4NVdkakVJK1dhb1Q1RVFRZ2lSb3FCSUNDR0VTRkZRSktRYUVZbEVsVjBFUW41cUZCUUorWXl3c0REY3VYT254SDArUGo1WXZueDVpZnRPbmp5SmFkT215V3dUaThXd3RiWEYvZnYzdjB0WjA5TFMwSzlmUDZTa3BIeVg2eE5TRTlCQUcwSStnMkVZTEZ5NEVEdDM3a1NyVnEzS2RNN2J0Mi9oNmVtSmV2WHF5UVRHTGwyNklDa3BDYjYrdnZEMTlRVUFxS21wWWRPbVRiaHg0d2JjM2QzUnBFa1RaR1Zsd2NURUJDWW1KdGk0Y1NOVVZGU0szV1AyN05rNGN1UklzZTFaV1ZrWU4yNGMxTlhWWmJacmEydGorL2J0RlhnRGhOUXNGQlFKK1F4cmEydU1IajBhNjlldngrSERoOEV3ekdlUGYvLytQV2JPbklrbFM1WkFRVUVCbHk5Znh1clZxNUdjbkl4Smt5WWhKQ1FFWVdGaFNFbEp3Zno1ODJYTy9mWFhYK0hpNG9JSER4N2d3b1VMQUlBaFE0Ymc5OTkvTDNZZmlVU0MzcjE3NDlTcFV6QTFOY1haczJkaFkyTURjM056NU9mbkl5UWtCRGs1T2VqVnF4ZGV2MzZOWDM3NTVSdS9HVUtxSndxS2hIekJsQ2xUNE9EZzhNV0FDR2t0Y2ZMa3lVaFBUMGRTVWhKaVkyT3hlZk5tQUlDUmtSR09IajBLQUFnUEQwZEVSQVRNemMyNWM3T3lzcENVbElSMzc5NTk4VDQ4SGc4TXcrRHc0Y000Zi80OGxKU1VzSDM3ZHZ6Nzc3L0l6ODlIejU0OXNYRGhRdno5OTkrNGUvY3VySzJ0ditvZEVGSlRVRkFrcEJRWkdSbUlpWWtCQURSdTNCZ2FHaHFJaTR2ajlxZWxwZUhqeDQvY01ZWEhtWnFhWXNxVUtYQnljc0x3NGNOTHZEYkRNSWlOalpVSml0SFIwVml4WWdYazVPUmdaMmVIbkp3Y25EdDNEbmZ2M3BVNXQzLy8vcGc4ZVRMMytjcVZLOWk3ZHkvNGZENGNIUjBoSnllSDRPQmdMRisrSEwxNzkvNm03NFNRNm82Q0lpR2xTRWxKUVhCd01PTGk0bUJ0YlkxeDQ4YkJ3OE9EMi8vbXpSc0lCQUtaYlNOR2pPQnFaUWNQSGl5eFB4QUE0dVBqMGF4Wk0rNXo1ODZkMGFWTEZ4dzdkZ3lLaW9xd3NiSEJxVk9uWUdOakF4Y1hGKzY0aXhjdnlnVGhyS3dzWExwMENRWUdCbUFZQmhjdlhnUUFLQ2twUVVGQkFZR0JnV2pTcE1rM2ZqT0VWRjhVRkFrcEJaL1B4L3IxNjdGNzkyNklSQ0tvcWFsaDE2NWQzSDRmSHg4a0pTVmg1Y3FWSlo2dnI2OFBEUTJORXZkbFoyZkxmTjY3ZHk5YXRHaFI3RGg1ZVhtb3FxcHlueFVWRmJtL0t5c3JZKy9lLzE5ZHJhQ2dBTTdPemxpOWVqVzB0YlVCQUFrSkNjalB6eS9YY3hOU2sxRlFKT1E3NmRpeEl4bzBhRkRpdmc4ZlBwUjZucmUzTjRLRGd6RnMyREI4L1BoUnBzbjI3ZHUzM044dlhyeUlhOWV1eVZ5VHgrTnhnM1NLNnR1M0w1U1ZsYi9pYVFpcEdTZ29FdktkK1BuNWxScUlrcEtTMEx4NTh4TDNPVHM3dzg3T0RxZE9uVUpFUkFTMmJ0M0s3Y3ZNekVUNzl1MEJBTStmUDBlalJvMWdZMk9EM054Y0xGcTBDSjZlbmhDTHhVaFBUK2VhVFdmT25BbWhVRWhCa1pBeW9LQklTRG5jdjM4ZjdkcTFLM1UveTdJUWk4V3dzN05EaHc0ZDRPN3VqalZyMXNnY3MyclZLb3djT1JLYW1wb1FpVVNRbHkvOTE3QmJ0MjRsVHNrb3BLMnREVU5EUXl4ZHVoU09qbzZ3c0xCQVJFUUV0bTNiaG4zNzlxRnUzYnFmdlQ0aFJCYjl0aER5QlN6TElpTWpBMjV1Ym9pTWpFUklTRWlwMHpPdVhic0dQejgvQU1EKy9mdVJuSndNSnljbm1XT2VQbjJLeE1SRThIai9MU2kxWmNzV3BLZW40Lzc5KzNqMTZoVVNFaExnNCtOVDdMelN2SHIxQ3VmUG4wZEVSQVJDUWtLZ3Fxb0tMUzB0dUxxNll2ZnUzVi85L0lUVUpCUVVDZm1DNTgrZjQvcjE2eGc1Y2lTT0h6LysyZm1LMXRiV3NMYTJSa3BLQ2xhdFdvVStmZnBnd29RSk1zY01HREFBM3Q3ZXFGMjdOaUFkZEJNVEV3TVRFeE1NR0RBQVJrWkdhTmFzR1U2ZlBvM1RwMC9qcjcvK0tuYWZKVXVXY0g5djBxUUpybDI3QmpVMU5abGpuang1Z3B5Y0hPVGw1VkZ0a1pBeW90OFVRcjdBd3NJQ1k4YU1nWldWVlptTzkvZjNoNStmSDBhUEhvM1JvMGQvOFhnMU5UWHMzNysvMlBhaFE0ZGk2TkNocFo0WEdSa3BjNDFQWGJod0FXZlBua1duVHAxS25ScENDQ0drR3RIalc0U05HRHVKclVxRVFpRXJrVWdxdXhnL3hJaXhrMWc5dmtWWVpmODdJS1d6c3JLNllHbHBlYmNNaHhLcUtSTHk3VkZUSlNFL0wwb2RSVWdWUUhrUUNha2FLQ2dTVXNtK2R4N0UzTnhjdUxpNDROeTVjN1M2RFNGZlFPMDhoSlJEZG5ZMnBreVpnbFdyVnNIUTBMREs1VUdjTldzV2twS1NrSjJkalZtelptSG8wS0ZRVlZXRms1TVRRa05ENGV2cmkwbVRKcUYvLy80VmZBT0VWRzhVRkFrcGg4MmJONk5Iang0d05EVGt0bFcxUElpYk4yL0c1Y3VYQVFBN2QrN0V6WnMzdVgwTEZpeUFoWVZGQlorZWtPcVBnaUloWlpTY25JeHIxNjdoOU9uVE10dXJjaDVFUjBkSDJOdmJBd0EyYmRxRTlQUjBxS2lvNE1hTkc5RFcxb2FSa2RGWFhaK1E2b2FDSWlGbGRQbnlaWFRvMEtIWW5NQ3FsZ2R4NXN5WkVBZ0VtRHQzTHRUVTFManlLaWtwSVNvcUNvYUdobGk5ZWpXOHZMd3FmQTlDcWlzS2lvU1VVWGg0ZUxIbXpCK1pCM0hvMEtFbFp0ZXdzN09EczdNejkzbmR1blc0ZnYwNkJBSUJCZ3dZZ056Y1hOamEyZ0lBYnQyNmhRY1BIbUR0MnJYZzgvbmY4TzBRVWoxUVVDU2tqTjYvZjQvNjlldkxiUHVSZVJCUG5UcFZwbkpxYUdoQVZWVVZ5c3JLQ0EwTnhmYnQyMUcvZm4yOGYvOGU3OSsveDZKRml6NjdxRGtoTlJrRlJVTEtTQ3dXZjNaaWZsWEpnN2hvMFNKa1pXVmh4b3daZ0xSNXQyUEhqdmpubjMvUXJWczMzTGx6QjcvOTlsdTVya2xJVFVGQmtaQXlxbE9uem1lVEEzL3ZQSWhsYVQ2VlNDVHc4UERBK2ZQbkFRQVpHUmw0OHVRSnpNek1jUHIwYVhUdDJoWGUzdDZJakl4RTY5YXR2L0ViSXVUblIwR1JrREl5TlRYRmt5ZFB5bFRMK2g1NUVNdlNmSnFYbHlmVGJMdC8vMzUwN3R5WmE3NVZWRlRFaEFrVDRPYm1CajgvUDJocWFuN3htb1RVSkxTaURTRmwxTE5uVDF5L2ZwMWJrazBrRW5GNUVHL2R1b1dEQncraWI5KytZRm0yVE5jcnpJTjQvUGh4REJzMkRKczJiZUx5SUZiVXUzZnZVTGR1WFFEQW8wZVA0Ty92anpGanhzZ2NZMmRuQjIxdGJjeVlNUU1TaWFUQzl5S2tPcUthSWlGbFpHeHNERU5EUTV3K2ZScTJ0cllRQ0FSVktnOWlmSHc4TkRVMUlTY25CNEZBZ0diTm1zSEp5UW5ObWpXRFJDSkJhbW9xbEpTVXdPUHhzR25USnR5NGNZTkxkRXdJK1E4RlJVTEt3YzNORFZPblRzVXZ2L3dDSFIyZEtwVUg4ZEdqUjdDMnRzWWZmL3lCdTNmdllzK2VQVEEwTk1UV3JWdHg5T2hSNk9qb3dNek1EQUNncWFtSlFZTUdsZm5haEJCQ2ZnS1ZrVS94NDhlUGJFNU96Zys5WjFsSUpKSVN5eVVXaTltQ2dvTHZjay9LcDFqMVVUN0Y4cUdhSWlIbDlPbWkzVlVGd3pBeWcyd0s4WGc4YWlZbHBJem9ONFdRcjBBRFZRaXBYaWdvRWxKQkh6OSt4T0RCZzh1MEVEZ2g1T2RBemFlRWxFRitmajRXTFZwVWJIdmh5akdOR3plVzJUNW8wQ0Q4K3V1dk10dG16WnFGOXUzYlkrellzZWpSb3djeU16TzVmVjI2ZElHbnB5Y2duZXJoN2UyTk0yZk9RQ1FTb1ZldlhsaTRjQ0ZVVlZXUmw1ZUhLVk9tWU1tU0pUQTJOdjV1ejB0SVRVVkJrWkF5RUl2RnVIUG5Edno4L0w1NDdKRWpSNUNVbENTekxURXhFZUhoNFZpM2JoMVlsa1ZXVmhiOC9mMmhvNk1EU05kS0xYVDQ4R0hjdkhrVGZuNStVRlpXaHB1Ykc3WnUzWXJGaXhkRFJVVUZDeFlzZ0t1ckt3SURBOHMxWlU0N0VqWUFBQ0FBU1VSQlZJTVE4bVhVZkVwSUdTZ3BLY0hkM1IxR1JrWXdNakxDdkhuem9LbXB5WDNldlhzM1hyOStEU01qSXpnNk9xSkhqeDR5NS92Nys2Ti8vLzVRVjFkSFZsWVdXSlpGdzRZTlVidDJiZFN1WFZ0bTZrVjBkRFI2OSs0TlhWMWRhR2xwWWNpUUlZaU9qdWIyVzFoWW9HSERodmpmLy83M1E5OEJJVFVCZmMwa3BBeHUzNzZORFJzMllNT0dEUUNBdExRME9EbzZjcU02UDM3OGlNZVBIM1A3VzdSb2dlM2J0d01BY25KeWNQYnNXZXpidHcrUXJvUEs0L0ZRcTFhdEV1L1Z2WHQzK1BuNVlmanc0VkJTVXNLNWMrZUtCZG5ldlh2ajBxVkxOTmVRa0crTWdpSWhaZENsU3hkdWtXMEFtRFp0R3RhdVhZdDY5ZW9CQURaczJJQWVQWHB3aTM0WGRlYk1HWmlZbU1EQXdBQ1FCa1dKUklJK2ZmcWdidDI2c0xTMGhKT1RFK3JVcVFNQTZOZXZIeTVldklqZXZYdUR4K09oZWZQbUdEMTZ0TXcxTFMwdHVUNUlRc2kzUTBHUmtITG8zcjA3dHdyTjJMRmpaZlpkdjM0ZDJkblpDQTBONVk1aFdSWUJBUUdZTTJjT2Qxeno1czBSRWhJQ2VYbDV4TWZIdzh2TEN5NHVMamh3NEFBQVlPdldyWGovL2oxOGZYMmhxS2dJTHk4dkxGMjZGQnMzYnVTdW9hV2xoZXpzYk9UbjUwTkpTZWtIUFQwaDFSOEZSVUxLSVRjM1Z5WVhZa3BLQ2pkWUJ0S2dXWFJCOE51M2IwTW9GS0pidDI3Y05tVmxaZWpxNmdJQWRIUjBvS21waWRHalIrUGR1M2RRVjFmSHNXUEhzSC8vZnBpYW1nSUExcTFiaDE2OWVpRXhNUkZObXpZRnBCUDFJUTI2aEpCdmh3YmFFRkpCSXBFSURnNE9uejNHMzk4ZkRnNE9uMTFScGpEQUtTb3FJajgvSDJLeFdLYjJwNmlvQ0laaGtKT1R3MjFMVDArSGlvcEt1Uk1RRTBJK2o0SWlJUlgwK1BGajhIaThFcWRwdkg3OUdrbEpTWGowNkJHR0RCa2lzKy9Ka3lkNCtQQWhzck96RVJzYmkvWHIxNk5MbHk3UTFOU0Vob1lHMnJWckJ5OHZMN3g3OXc0WkdSbFl2MzQ5bWpScGdwWXRXM0xYaUlxS1FxdFdyWDdJY3hKU2sxQlFKS1FjUER3OEFPbWtmUThQRDFoYlcrUGV2WHZjZmg4Zkh5Z29LTURlM2g0QkFRSG8xNjlmc2JWUzgvTHlzSHo1Y3ZUcTFRdHo1ODZGcWFrcDFxNWR5KzEzZDNkSDdkcTFZVzl2andFREJpQXpNeFBlM3Q2UWs1UGpqcmx5NVFxc3JhMS95RE1UVXBOUW55SWg1YUN2cjQvOSsvZkQzOThmdHJhMitPV1hYN0IyN1ZwSUpCTHdlRHdZR2hyaXpwMDdNREF3d0prelo3aHBHRVcxYTljT1o4K2VMZlVlbXBxYU1rSHlVeTlldkVCVVZCVFdyRm56elo2TEVQSWZDb3FFbEVGVVZCUmNYVjJSbDVlSEhqMTZZTWVPSFdqUm9nV0VRaUhVMU5UUXUzZHZLQ3NyZzJWWjVPZm5ZOFdLRmVqYXRlczNMNGRRS01UeTVjdXhkT2xTNms4azVEdWdvRWhJR1ppYW1zTEx5d3Q2ZW5veWcyWVVGQlRnNCtQelE4dmk0ZUVCTFMydEgzcFBRbW9LQ29xRWxFSGhKUHJLcHFDZ1FBR1JrTytJQnRvUVFnZ2hVbFJUSkQrOXA4OWlNSExjNU1vdVJvMzA5RmxNWlJlQmtHK0tnaUw1cWJGZ3oyUm1adVBPdlllVlhaU2FpMkZQVjNZUkNQbFdLQ2lTbjFyQ3M0Z3RBTFpVZGprSUlkVUQ5U2tTUWdnaFVoUVVDU0dFRUNrS2lvUVFRb2dVQlVWQ0NDRkVpb0lpSVlRUUlrVkJrUkJDQ0pHaW9FZ0lJWVJJVVZBa2hCQkNwQ2dvRWtJSUlWSVVGQWtoaEJBcENvcUVFRUtJRkFWRlFnZ2hSSXFDSWlHRUVDSkZRWkVRUWdpUm9xQklDQ0dFU0ZGUUpJUVFRcVFvS0JKQ0NDRlNGQlFKSVlRUUtRcUtoQkJDaUJRRlJVSUlJVVNLZ2lJaGhCQWlSVUdSRUVJSWthS2dTQWdoaEVoUlVDU0VFRUtrS0NnU1FnZ2hVaFFVQ2ZuQmRIVk42K29iVzV4dFptUXh1ckxMUWdpUlJVR1JrQitvYWN2V3ZlUnJLeVFCR01EajRiQytzY1gyeWk0VEllVC9VVkFrNUFkcHhtKzltTWRqTG1yWDExSzlmaWtVOXJaREFHQ0dIdC84UVYwREEvWEtMaDhoaEJEeUl5am9HYmNPMWVPYlM2Yk9jbUh6OC9QWlFzZU9CN0g2eGhhc1B0ODhUNDl2MmIyeUMwcXFIeXNycXd1V2xwWjNLN3NjaEJDQ1pvYXRqUFdNelZQMGpTMVlyeDE3V0xGWXpIN3EzeGN2V2F0ZnJGbDlZd3RXejlqODk4b3VNNmxlS0NpV0R6V2ZFdktkTkROdVBaa25MeCtwb3FUYzRPaitQWENlUGdVOFh2RmZ1ZWI2ZXJoNzdSSzZkKzBNQm95N1B0LzhOUDF1RWxJNTZCZVBrTytnR2QvY20yR1pQV2F0VE9SdmhWMUF4dzd0UG51OHZMdzg5dS9laGptenBnRU1NMGpmMkR5K21WRnIvUjlXWUVJSVFFR1JrRytyTVo5ZlQ0OXY4WmpITUxQR2poN0JuRHgyQ0pxYUdtVStmODZNcVRqa3V3c0s4Z3BOZUF3VDA4eklqS1p0RUVJSStmbm9HYlh1cThlMytOamN4SklOQ0R6RlNpU1NZdjJIWlpYNi9qM2JlK0JRVm85dkx0SGptMitwN0djalB5L3FVeXdmcWlrUzhnM284VnU3Z3VHZDFkYldVcjk0SmdnT3c0YUFZWmdLWDArclhqMzhML2dFaHRzUFpSaUdjZEhqbXorcTA3eDUyYXVjaEJCQ3lJOW5vRlE0M2NKcDFsdzJOemUzd3JYRGtrZ2tFdmF3Ly9IQ2FSdFp1bndMNjhwK1l2SnpvWm9pSWVTSDBPV2JtZW54elYvOU45MWlkNG5UTGI2VjJIOWZzRzErc1diMStPYmlwc1ptTkcyRGxCa0Z4ZktoNWxOQ0txQnBTM05IQlliM29KYXFhcU1qKy9mQWVicFRpZE10dmhXRDV2cjQrOHA1L05xak80L0g4dFkzNDF1Y0FDRC8zVzVJU0ExVjhVNlBNdExuVzB4aGdWSGYrejZrZEF4dzlPV3p4M3NydXh6VmhaNVJhMDh3ekN6ejFxMTQrM1o2bzI3ZE9qL3MzaEtKQk40Nzk4QnorMjZ3UUFJcmtmUklpSWw4K2NNS1FINDZWbFpXRjFpVzFRd1BEKzlRMldYNUdYejNiNW9zTUVwZFhjM2FoRy8wdlc5RlN2RDBXUXd5TTdNQmdJTGlWOUl4c0t5dkxDODV6ekNNMVFnN1c2eGE1Z3A1K1I5YldlUHhlSmc5WXlwYXR6TEY5RGtMbWhYazUwYzNNektibEJBVGRlU0hGb1NRYXVxSC9FYWI4STF3N0tEUGo3Z1YrY1RJY1pOeDU5N0R5aTdHVDArZmIyN0RNcElBT1o2YzVwcmxTekRjYnVoWGpTNzlHZ3pEb0VmM3JyaDI4U3pHTzgxUWVoWVQ2NmZITjI4VC95eGlYcVVVaUpCcWhQb1VDZmtDUGI3NUgyQ1lVQjF0YmMzeklTY3d3dDYyMGdKaVVRMjA2K1AwaWFNWWJqZVV4ekNNU3pPK3hmMm1UYzErWEZzdUlkVVFCVVZDU3FHbnA2ZXN6emMvd3pETStsOTdkSmYvSy9RVURGbzByK3hpeVZCUVVNRDZWY3V3WnZrUzhCaTA1YW5Ldld6YTBxUkxaWmVMa0o4VkJVVkNTdERVd01RVXloci9nR0VHdWpoUHgwNnZ6YWhWcTFabEY2dEVETU5nMUhBNy9DL2tCT3ByMWRXUWsxTzRyR2ZjZW01bGw0dVFueEVGUlVJKzBZeHZNWXFub0hpdlZpM1Y1b1hUTGVUazVDcTdXRjlrWkdpQXF4Zk9vT3N2dnlpQ1piYm9HVnNjQjZCUTJlVWk1R2RDUVpHUS84Zm84YzA5R2JDSFdwbndWUytkUFlWT1g4aHVVZFdvcXFyQ2Q3YzNaamhOWWhqQVhvOXZIcVBid3RTZ3NzdEZ5TStDZ2lJaEFQVDFXelhRNTdlK3h6RE1iSWRoUTNtQlJ3NmdvVTZEeWk1V2hjakx5V0doaXpOOGRuaENSVVZaWDE1UklhS0pjZXNSbFYwdVFuNEdGQlJKamRmVTJLSTNxeVQzbENjbjMzYkQ2dVZ3WDcwTVNrcEtsVjJzcjliVHVoc3Vud3VCc1pHaHFoekxIR2xHMlRZSStTSUtpcVJHMCtPYi95RUhoRFpxcUZQMzdFbC8ySDlsZG91cXBxRk9BNXp5UHd3NzI5OTRQSVp4MFRNMnY2dXJhMXEzc3N0RlNGVkZRWkhVU0hwNmVzck4rT1pCRE1Pczc5V2p1OEw1a0VEd1d4cFdkckcrQ3lVbFJXeGNzd0tybHkwR2orRzFWMUNUajI1aWFOYXRzc3RGU0ZWRVFiRVNpY1ZpaUVTaXlpNUdqZFBVd01TVVZkYUlZZ0RiMmRPZHNNdHJNMnJYVnF2c1lwV1pSQ0lCeTdMbE9vZGhHSXdlWVkvUWsvN1EwcXFuTFMvUHU5U1ViKzVjOUJnVEV4TkZXbVNjMUhRL1RWQ01pWW5CdkhsbFg4VXFMeThQY1hGeDM3Vk1oVkpTVXJCNTgyYms1K2NEQUk0ZVBZb05Help3KzU4L2Y0N2x5NWR6K3d2NStmbkIyOXRiWnR1R0RSdHcrUEJocEtTa0ZEdWVsSitGaGNWdkppWW1pcGFXbGlNc0xTMTM2ZkZiajFSV1VuaW9wcXBzTU45NUtpTEQ3NWM0M2NMVjFSVi8vZlZYaGUvNzhPRkRuRDU5dWt6SFBuandBQThmeWk3Rmw1bVpDVjlmM3hLUDM3dDNyOHkrZ29JQ0FFQmdZQ0RXcmwxYjZuMWV2bnlKSll0ZGNmSHNTWFQ1cFpNaUQvRFVNellQQUV3VUFVQlpXWG1McGFYbDVMSTlJU0hWMDAvNXJWQWdFR0RJa0NFbDduTndjTURFaVJQeCtQRmp1TG01WWZ2MjdlRHorUmd3WUFBeU1qS0tIUzhTaVRCdDJqUk1tREFCdWJtNTZOYXRHeG8wS0gzVVlXcHFLb0tEZzlHb1VTTnVtNWFXRnJLenN6Rno1a3o0K01pdThSb1dGb2JseTVkajZ0U3BaUnE4SVJhTHdUQU1BZ0lDY1AvK2ZXemR1aFZhV2xwZlBJK1VqR0dZZnNyS3lsMVlsbjBrRkVzNksvQ1lLWnExVlhuK3g0NGh3UDhZckt5c3ZuaU5ObTNhb0ZtelpzVzJmL3o0RVpNbVRjS29VYU1nRUFnZ2tVaTRmUWNQSG9TbHBTVnljM05MdkthaW9pSzNtTGhZTElhN3V6dE9uRGpCYll1SWlNQ1RKMC9LOUl3VEowN0UvUG56Uzl5WG41K1BqUnMzd3RYVkZaQXVLSzZwb1lHNU02WkFIbUltN09ZOUIzMituRlcreEd4UW1XNUdTRFZYNVlNaXk3TEl5OHREZm40K0pCSUpjbk56b2Fpb2lQUG56My8ydkU2ZE9tSG16Sm1ZTzNjdWdvT0RFUm9hV3VKeDI3ZHZsL21zcnE1ZTZyRUFZR3RySy9QNTlPblR1SDM3TmlBTjFxNnVya2hJU0VCdWJpNWNYVjN4OGVOSDZPam80TW1USjNCMWRjV2NPWE93YytkTy9QNTd5WGxpeFdJeDVPVGs0T3pzak5XclZ5TWdJQUF6Wjg3ODdMT1MwbVZsWlMxU1VWR2JsczlpbFR6REdGaFptR0h0cWhYUTEydUd1M2Z2b20zYnRnZ01ET1NPTnpRMFJHeHNMSktTa25EMzdsM1VxMWNQQUhEOCtQRmlHVEdLZmdHYVAzOCsvdjMzWDBENjd5QXZMdy9Qbno5SFFFQkFpZVdhTVdNR1VsSlNJQlFLQVFEMTZ0WEQ3dDI3QVFEZHVuWEQ5ZXZYWVdCZ2dQajRlTzZjZXZYcW9YYnQyb0MwZG1sall3TTFOVFhFeGNXQnorZHo5eTlLU1VrSnVibTUyTGR2SDNyMTZnVTVPVG1JUkNMOCtlZWY2TjI3Tnd3TVdpRGdlS0FCS3hBOUVJblp2K1Y0S0Zza0pxU2FxdkpCOGYzNzkzQjJka1pPVGc0K2Z2eUlpUk1uWXVMRWliQ3hzZm5pdWJhMnR1alVxUk9VbFpYTGZML016RXo4OXR0dnBlNHYvSS9zenAwNzZOaXhJNktqbzFHM2JsMzA2TkhqaTlkZXZYbzFzck96a1p1YmkxT25UcFY0akVRaWdZS0NBbmc4SHBZdFd3YXhXRnptc2hOWmxwYVduUUQ0UzFnMFZnSGtWRldVVVpDWGpZVUxGMkQ2OU9sSVQwK0hwcVltM3I1OWkydlhycUZCZ3dabzFxd1o1T1Rrd0RBTUdJYmhtbGJIakJsVDdQb2ZQbnpBK1BIamdTSmZybGlXaFpPVEU0WU9IWXIrL2Z0L3RueVhMbDFDZm40K0ZCUVVZR0Jnd0gwaGtwZVh4OFdMRjlHcVZTczhmLzRjaVltSllGa1dDeGN1eEpVclY2Q2lvb0tNakF4NGVIaWdhOWV1QUlDaFE0Y2lMeThQSXBFSU4yN2NBQUNvcWFraE1EQVE4K2JOdzRRSkU5QytmWHZJeWNuaC9QbnowTkRRd1BqeDR4RVNFb0xmQnZiSGc2aG50UkwrZlc0akVyTUFzUHUvckcrRTFEeFZQaWpXcjE4Zi92NysyTE5uRDU0OWU0WXRXN1lnTHkrdnhLYlFRZ1VGQmJoKy9UcndYNExOY3QxUFhWMGRRVUZCcGU2ZlBYczIzcng1Zy9YcjF5TWtKQVJHUmtiUTF0WkdTRWdJWW1OalN6eEhMQlpqNnRTcDZOR2pCOVRVMURCczJEQnMzTGdSZ3diOTEyTFZ2WHQzYnNCTlFVRUJ6cDA3aHkxYi9uOUsyWjQ5ZTJCcWFscXU1eUJBZXE2NEE4TmpkTFRxYU1pcHF5aEFXMXNiam82TzZOdTNMMGFPSEFrQVhDMzhuMy8rZ2IyOVBkcTFhNGQyN2RyaDNyMTdhTisrUFZxM2JnMUkrMzk1UEI3dTNyMkxuSndjOU96WkUxZXVYQ24yaFd2YnRtMTQ5T2dSa3BLUzRPWGxWYXhNV2xwYU9IejRNQUNnZCsvZVdMWnNHY3pNek5Ddlh6OU1talFKbnA2ZUNBb0tRbloyTmx4Y1hHQmdZSUIxNjlhaGVmUG02Tnk1TS83ODgwLzA2OWNQdlhyMVFucDZPZzRjT0lBLy8vd1RYYnQyUldCZ0lHSmlZckJreVJMdWZpekxJaWNuQjF1MmJFRkNRZ0pFSWhGYXRXcUY1czJiSXowOUhRQlFxNVlxVGg3emc4T0lrY3p6ZjEvMjBUTTJ2eWJLRWcxSlR2N253M2Y4OFJCU0pWWDVvRmpvMnJWcnFGT25EaUlqSTNILy9uMWN1blFKK0s5NURMbTV1VEw5Z0V1WExrVmFXaHIrL3Z0dkFFRHo1czF4OHVSSmVIaDRnTWVUSFZ1VW41K1BxVk9uQXRKK25yeThQTHgvL3g0Nk9qb2xsc1BUMHhPN2R1M2lnbTFoMytiKy9mdXhaczBhR0JnVVgxRnJ3NFlOeU1yS3d0eTUvNjNScksydGphNWR1M0lESks1ZHU4WWRPMjdjT0JnYkcrT1BQLzc0eWpkV2N6VnExRWhWVWIzK1lUa0dReHZXMTBUM2JsM1JvWDE3M0x0M0QvZnUzY1AxNjlmUnFsVXJaR2RuSXlVbEJUbzZPb2lMaTRPK3ZuNnAxK1R4ZUpDWGwwZHljakl5TWpJZ0x5OWZyTFhpMEtGRE9IRGdBR2JObW9VSkV5WVV1OGJyMTY4eGNlSkU3dlBGaXhmeDRzVUxMRjI2RkFvS0NuQjBkTVNzV2JPZ3FhbUpMbDI2SUQ0K0hnWUdCa2hJU0lDMXRUVVNFeE81ZjVjTXc2QlBuejY0ZCs4ZXVuUXBQU2xHUVVFQjNOM2RBV2tyU0VwS0N2ZTVSNDhlVUZSVUJBQW9LeXVoYzZjT2FObXlKWUpETDNaRmJmbC9taGlhRFUrS2picGU3aDhBSVQreG55SW94c2JHZ21WWlpHVmxZZW5TcFZpMGFCRW1UWm9FQUxodzRRTHUzcjJMWmN1V3laeGphbW9xVTVzVUNvVVlPSEJnc2I2ODRPQmdiZ0NNdkx3OEpreVlBQ2NuSnk1Z2ZZcGhHT2pxNm1MNTh1WEY5aTFhdEFpS2lvb1FDb1dRU0NUY2RWTlRVOUd5WlV2dU9CNlBCeGNYRjJ6ZHVsWG1mSlpsOGVMRkM3eC8vNTZDWWdVMU5UQXg1Y2tyQkRFTVl6Uml1QzM2L2RvVFJrWkc4UFQweExScDA5QzRjV05rWkdSQVUxTVR5NVl0dzRNSEQ5Q3FWU3V3TElzbVRab0EwaWJ5dExRMDdOKy9ueHZzTW16WU1BQkFkblkyeEdJeHpwMDd4OTF6K2ZMbHVIYnRHdjcrKzI4TUhqd1lvYUdoaUlxS0tsWTJnVURBL1QwN094dGVYbDdZdUhFakZCVCtXN05iWGw0ZUkwZU94S0JCZzNENjlHazhlZklFMXRiV2lJdUxnNm1wS2ZMeThqQjY5R2c4ZmZvVUFHQnVibzRkTzNaOGRyRUJKU1VsN05xMUM1QTIxNTQ5ZXhhZW5wN2MvaytiOFR1MmJ3dEh4ekdZUEdPT1RscGEycVZtZkxQNUNjK2l0bFh3eDBISVQrZW5DSW83ZHV4QXYzNzlFQjRlemdXampSczN5b3hBdlhIakJxS2pvK0hrNUZTdWEzODZpdFhKeVFrOWUvYkV6WnMzTVc3Y09HNjdRQ0NBbDVjWEZpMWFWT0oxeG93WkEwdExTNmlycXlNZ0lBQnhjWEZjTTFaNGVEanExUG4vM0s4U2lRUTdkdXpBb1VPSFpQcXFuajU5aW5yMTZxRmV2WHA0L1BneExDd3N5dlVzM3h0YjNzbHhYNGtwNTlJeVRZeGJqK0NCOGFsZFM2Mlc5NVlOVUZLUVExQlFFTjY4ZVlPMHREVHVTMGlyVnEwd2J0dzRkTzNhRlljT0hjTExseS9SczJkUFFEcXQ0ZlRwMDhqSXlNQ1FJVU13WU1BQW5EeDVFaUVoSVFDQWdJQUFaR1JrY0swTGtIN2gyck5uRDNidTNBbC9mMzkwNk5BQmd3Y1BMbGErMU5SVXJGbXpCcEQyOXgwN2RnenU3dTVvMEtBQjE2Uis4dVJKS0NvcXdzcktDbnYzN29XcHFTa2FOV29FRFEwTmFHaG9RRWRIaHd1S2tFN1BLT3hEL0xSUDhaZGZmc0dFQ1JNUUZoWUdBSWlNakVScWFpcjgvUHdBYVZOdVNjek5XdUhDNlVETVhiaFk4ZTliZDd6MWpNMjd5Z3R6eHNiRnhkRWNJVkx0VmZtZytPN2RPN3g1OHdidDJyVkRlSGc0bWpkdmpuZnYzdUhDaFF1WVBYczJYcjU4Q2Z5M1Fna1dMMTRNQndjSGFHcHFsdXNlbHk5ZmxobHkvK2pSSTF5L2ZoMmRPM2ZtdHVYbTV1TE1tVFBjNkZPR1lkQ2lSUXNBZ0xPek05NjhlY045WTgvTXpFUitmajRlUDM3TW5TK1JTTkMvZjMvWTI5dGo4ZUxGeU16TXhLaFJvMlRLRVJ3Y2pCNDllcUJ4NDhiWXQyOWZpWDFTcEVSeXpmam1IZ3lMV2ExTWpKbnRubitpcWE0dU1qTXo4ZUhEQi9qNitzTEx5d3NNdytESWtTTmNqYTFuejU3dzh2S0N2NzgvRnlqczdPeGdaMmNIVjFkWE5HM2FGS21wcWFoVHB3NzI3dDJMaXhjdklqTXpFeUtSaUp2RE9IdjJiSFR0MmhVN2QrN2tmdjVhV2xvd01qSXFWc2pDa2FORlA3dTV1V0hXckZrNGYvNDh4b3dady8zYmJkNjhPWFIxZGZIbm4zOWk4dVRTcHc0VzdUOHNxVTh4T1RtWkd6VWJGeGNITXpNejd2T25YUWxGMWExVEIvdDJlV09UNTNiczhUM2dJSkt2WmE3WDBteEkvUE9vWjJYNmlSRHlrNnJ5UVZGYld4c3JWcXlRYVNJNmNlSUVCZzRjS0RQSW9VbVRKbWpYcmgyT0hEbFNiQXJEczJmUFBqc1Izc2ZIQnoxNzlrUkVSQVFBNE5XclZ5Z29LSkJwM2hTSlJNalB6K2UyOFhnOExtaWxwS1RBdzhPRGEzNzd0S1pZdUMwcEtRazhIZzlObXpiRjdObXpjZXpZTWE2Sk56NCtIaGN2WHNTSkV5ZWdvYUVCSHg4ZjNMeDVVeVl3aytKMERBenFLeXZVT3NPQTZXQTNkREJXTFYwTVplWC9tcTNWMWRVaEVvbTRBVEpObWpSQlZGUVVONmRQS0JSQ1hWMGQyZG5acFNZUWpvNk9ob0dCQWQ2OWU0ZXBVNmZpMTE5LzVmWnQyclFKV1ZsWmdQUkxVcUZEaHc0aE9EaTQyTFZLV3IxSVJVVUZmZnYyaGJ1N2U3SEJZMVpXVm9pSWlDalR5T2JTNk9ycVl0U29VY2pKeWNIMjdkc3hjK1pNbWY3eWUvZnVsZHI4S2k4dmp6L216MEc3TnBhWVBmOTNvN3k4dlB0NkxjMGM0NTlIRlg4NFFxcUpLaDhVQVlEUDV5TW1KZ2FRVHBnT0NnckNzV1BIaWgwM1pzd1l6SjgvSHhNblRvU0tpZ29FQWdHQ2c0UGg3KytQd1lNSEl6RXhFU0tSU0dhK1dWSlNFaElTRW1CdmI0OHBVNllBMGhHSjNidDNoNE9EQTNkY1ZsWVdCZzRjaUczYnl0ZTlrcGVYQndVRkJTUWxKVUZSVVJGcWFtckZtbUFMQ2dxd1lzVUtqQjQ5R3RyYTJnQ0F1WFBuWXRteVpUaDQ4Q0IwZFhYTCtjYStHbU5oWVdIdytQSGprb2ZUU2dlTlRKa3k1Yk56T29zcStxV0V4K054L1doZm8wbkwxbDNsZUx3QUJYbjVocXVYdWNKaDJOQmkvOEVQSGp3WUhUdDJoSk9URTVLU2t0Q25UeDhJQkFJd0RJTUZDeFpBVTFNVEppWW1tRHAxS2p3OVBhR25weWR6L3VYTGw5RzVjMmNrSmlhV3VWeU9qbzVsR21nREFGZXZYb1dQanc5OGZIeXdmUGx5MUtwVkMxT25Uc1gxNjljUkVCQ0F0bTNiWXVIQ2hkaXhZd2RVVlZYTC9ZNEtIVGx5QkczYXRDazJnS3g5Ky9aZlBMZVhkVGVjRHduRVZPZDVhdEhQWW9MMCthM2RYejZMZEtOcEc2UTYraW1DWWxIdjNyM0Q2TkdqdVVuVmlZbUozQWc2S3lzcjlPM2JGK25wNlZCUlVjR1RKMC9RdG0xYnpKa3pCeDgrZkVCUVVCQzZkT2tpczZ5WHZMdzh4bzhmRDAxTlRieC8veDVidDI1RmFtcHFpWDFDcGFsWHIxNnBtZGs5UER4dzllcFYxS3RYRDZ0V3JTcTJYeUFRWU83Y3VWQldWdVlHRHdGQTM3NTlFUjRlanJGangyTDc5dTB3TmpZdTEzdXFBRGxMUzB0ckFFTUFEQWFRQXFCRFdVOGVQMzQ4VWxOVGtaYVd4bzBFZnZ2MkxZS0NnbENyVmkzWTJOaEFWMWNYZVhsNWFOeTRNV2JPbklsWnMyYko5R3VKUkNKb2FXbmg0TUdEWDd5Zm5sSHJ1UXlQdDdHaFRnT0ZQZHUzd3RTWVgreVk2T2hvbkR4NUVuLy8vVGY2OSsrUFljT0c0ZGl4WXpoNThpUkNRMFBSdkhsenJGKy9Ib3FLaXRpd1lRTkdqUm9GYjI5dkdCb2FJalUxRlpHUmtYajQ4Q0ZXclZxRnZYdjNZc3VXTGR3RWV3QklTMHVEaVluSkY4c2FIeDhQSlNVbFhMMTZsUXRzSXBFSXUzZnZSa2hJQ0R3OVBXRnNiSXh0MjdZaExpNE9SNDhleGM2ZE83Rng0MGEwYmRzV3MyZlB4dWpSbzdGKy9YcncrZi8vbkg1K2ZqaDY5Q2ozK2RNK1JRQndjM09EaG9ZRy9QejhzRy9mdm1KbEU0bEVrRWdrNFBGNGVQbnlaYWxUZjVyb05zYkpZd2Z4dTlzSzNwbHpGeGJyR1Z0MEViSUMyMWZQbnFWOThRVVE4aFA1NllLaW9hRWhEQTBONGV2cmk5MjdkME5GUlFWLy92a250Ny9vNk5KOSsvWngvVGlOR2pYaUJrdVV4czNORFRvNk92RDE5UzNYaFAvQzBYMGxXYng0TVJZdlhsenEvbzhmUDZKMjdkcFl1WEpsc2NENnh4OS9vRkdqUmlVdU1mWXRHQmdZS0ttcHFmWGw4WGkvU1FOaHZjSjlFb25rVFVublJFZEhZK2JNbVpCSUpNak96a2JQbmoxaGJtNk9Bd2NPNE5HalJ6aHc0QURYckd4dmI4ODFTOWF2WHg4blQ1N0V2bjM3a0pPVEF3Qm8yN2F0ekVqSStQajRFa2YxRnRXZ1FZTmF5blYwRGpJTU02eHp4L2J3M0x3QmRldVUzSWNzSnljSE16TXp6Smt6QjJwcS95MzRQWC8rZkh6NDhBR2FtcHF3dDdmbmFwYXVycTdvMnJVckJBSUIrdlhyaHlaTm1xQjc5KzRRQ29WYzdYM2V2SG5GbWsvTFlzK2VQWWlKaVlHS2lnbzNRQ2MvUHgrcHFhazRmUGd3ZC8ybVRadENVVkVSdnI2KzJMdDNMeGNBdmIyOTRlSGhnZXpzYkpucmpoMDdGbVBIanYzc3ZWbVd4ZkRod3pGMzdseVpFZENGWW1OanVjRmVlbnA2Nk5TcFU2blhVbFpXeHRZLzE4UEt3aHlyM1RkMWcxZzVzcW1SaFVOaXpPT2JaWG9SaFB3RXZudmlPRDIrUlZqSDltMnNqeDMwS2NQUjVjT3k3RGZOZmZldHIxY1ZqQnczR1hmdVBid2EvK3h4RHdBd01qS3FyYUtpTXBoaG1LRU13L1FIb1BMcG9GS0dZY0N5N0wzdzhIQ1ptbUxSMGFjbE5aK3VXN2NPT2pvNm1EaHhJa1FpRVd4c2JIRHAwaVZrWldWaDlPalJDQTBOeGFoUm83QnExU3B1M21aaFB5eWtnVUpWVlpXcktYNDYrclNaWVN0alJsNCtpQUdNcDArWmlIbXpaNVJhUS85V0NtdFJQN1BzN0d6dVMwRnB5dnVjanlPaU1IWDJQS1NtcGhhSUplekN4SmhJR2hWV1JWbFpXVjFnV1ZiejA5OW5VcktmcnFaWTFMY09ZTlV0SUhKWWlaeWxwZVZFQUNNWmhyRUdJTSt5TEpkK3FPaHpGOWxXejhMQ1loekRNSElzeThveERDTUhhVzB1UFQwZGFXbHBFQXFGQ0E4UGg3eThQQjQrZklpYk4yOWk1Y3FWR0Q5K1BISnpjOUc2ZFd1Wm9KV1ltQWlKUkFJREF3T0VoNGZEek13TTY5ZXZsOW0vY2VORzdyT2xwV1Zva2Z2ejBuTkZjZ0NNcDAyZWdJVXVNbG1QdnB1ZlBTQkNPdjNqUzhyN25CYm1aamprdXd1RDdVWXFGaFFJUFJ2eitVZW9LWlZVQno5MVVDUmx4UUNBa0dWWnlaZCs1b1VCa21YWkZqd2U3d0ErQ1pvM2J0eEFlSGc0SUYyK2J2djI3V2pZc0NHNmQrOE9YMTlmYUdscFljV0tGZUR4ZU1VR0NDVW1Kc28wUzh2SnljbE1VeWhoQktnV3k3SmlBQktXWmNWeWtLd1ZnYWU5eTJlL01jTXdQNlNtU0VyMk9DSUswMmJQUjBGQlFRRXJZUmU5aXFHQVNLb0hDb3BmY09QR0RadzllMVltUCtKUGgySEU0ZUhoaDFxM2JuMFNRRWVHWVF6azVPUzZBaGdFUUwyazVsTUFFUktKWkloSUpCTEx5Y2xKaEVLaEdNQWJSMGRIYUdwcW9tM2J0bGk1Y2lWbXpwd0pNek16M0xsekJ5TkdqSUNHaGdaM25mZnYzM05yMEFKQWx5NWRjT0RBQVZ5OWVoVWFHaHE0Zi84Kyt2VHBnNnlzTE5TcFV3Y2lrVWhtZEdSSnpUME5HalJvcDF4SDUrRE92ZnVHUlVZOStXeWZJdm4yV0phRjN4Ri9ySGJmQkxGWThsckNNZzZKTVJIVXAwaXFqWisvYmVnN1MwOVBoN3E2ZW1VWDQ1dUlqSXpNaVl5TXZCd1JFYkg3MGFOSFl3UUNRWDJKUkRLUVlaamRBTjU5MG93cWVQejRjZnlUSjArU0lpSWlYajE5K2pTbGNOL1pzMmU1UVIrM2I5L0dUM3JPU0FBQUlBQkpSRUZVdVhQbklCUUswYWxUSjRTRWhIQi9sSlNVaW1XSUh6eDRNQzVmdmd3QWFOZXVIVTZmUG8wR0RSb2dPRGdZSjArZVJKY3VYVDQ3emVQdDI3YzVDYzhpN0ZpSnhPWG1uWHZDUWNORzRKL29uMmMrZWQrK2ZVdmR4N0lzTWpNemYyaDV5a01nRUdEdVFsZXNYTGNSWW9ua3VoQ0MxalRJaGxRM1ZGTXNZdlBtemR4QzQ0VXlNaktLRFhNdkZCZ1lXS2IrbXFycTZkT25CUUJDcFg5bVdGaFlkR01ZWmlqTHNyOTlib20xd2hHekFKQ1FrSUNjbkp3eVp5TnAwcVNKek1SMkpTVWxkTzdjR2NlUEg0ZEVJa0ZnWUNDWEVQZHo0bU1pdHpacDJmcmg2emR2QTRZT2R5eDFubUpsRTRsRStPMjMzekIyN0ZnTUh6NmMyMzd4NGtYVXJWc1h2cjYreU1yS2drQWdBTXV5cUZ1M0xyWnUzVnJxWWdLVkpTbjVGYVk2ejBQMHN4Z0pBOVk5bnVZcGttcUtnbUlSOCtmUGw4bGducGFXQmpzN096Um8wSUJiRTdVYWt6eCsvUGdxZ0tzQTVscFpXYlVvN2NEWHIxL2o1TW1UQUlBUkkwYkF6TXdNdDI3ZHdvMGJOMlJ5VVg1YTZ3a05EY1dkTzNka01wb0F3TlNwVTJGblo0Y21UWnJnMkxGanFGdTNicGtLblBRODhvYU9nWUU1bUZwblhKZXQ3dkF3UEVKbVJadXFKQzR1amt0R25aMmRqVTJiTnNITHl3dlBuejlIVUZCUXVaY20vSkV1WDcyTzJmTi9SMTVlWGpZa0VzZVh0S0lOcWNhbytiUVVBb0VBUzVZc3dZQUJBN0Jod3daczJMQ2h4TXdIMVJUNzZOR2p1SkoyRktZenVuRGhBcUtqbzdudFdscGFtRGx6cGt6ejZkaXhZMlZHTmI1NDhRTHE2dXBjQ2kxSW02Y1BIVG9FZDNkM3hNZkg0Lzc5KytVcWFFcGNYR3A4ZEVSbkNjdDZuemdad3RxUEhvL0U1T1NLUGZWMzVPRGd3QzNNL2IvLy9RKy8vZlliREF3TXdPUHhxbXhBRklsRWNOL3NpU2t6NWlBM055K0dGVXZhMFJKdnBMcWpvRmlDaElRRVRKczJEZmZ2MzBlblRwM1FyRmt6TEYyNkZNN096amh6NWt4bEY2OVNoWVdGb1UyYk5uQjFkWVZBSU1DNWMrZVFtWm1KbGkxYmNvbDdDODJlUFZzbUtEbzdPMlBod29WbzBLQUJrcE9UOGVUSkV6ZzRPRUJlWGg2V2xwYll2SGt6UEQwOU1YWHExQkxYQ2YwTWNjS3ppTmxpaGgzMUpEbzZaK0RRRWJoMm8ycDFkY25KeWNIVzFoWWlrUWl0VzdkR3o1NDlrWmVYVjluRkt0V0g5SFJNbk9hTVBiNEh3SUk5TGkvS01hZkZ3RWxOUU0yblJieCsvUnJIamgxRFVGQVE3T3pzTUgvK2ZDeGF0QWhUcGt5QnJhMHRObTNhQkRjM053UUZCV0hFaUJIbzBhTUhsek94cG5qMzdoMEdEUm9FRXhNVCtQajRZTy9ldlJnNjlMKyt2TUxwRVJLSkJHS3hHR0t4R0czYnRzWFNwVXVMWFVkZFhSMGRPblRBZ2dVTHVPWlNjM056SEQ5K0hMR3hzVExyMDVaVlVuU2tmMU1EazZpczdPeWdDVk5uR1UxM21vaDV6bFZqMnNhSkV5ZncvUGx6cEtlbjQ4Q0JBNEIwYWJ6MDlIUU1HREFBNmVucFVGTlRnNEtDQXRhdVhWdXBhY01pb3A1ZzhvdzVTRXRMSzVDd0VzcW5TTWkzcE1lM0NCc3hkaEw3TTdDMXRXV25USm5DUG43OG1OdjI4dVZMMXQvZm4vdWNrWkhCZW5oNHNEWTJOdXpidDI4cnFhUmxOMkxzSkZhUGJ4SDJMWDZXTE11eXFhbXBKZDVISXBHd1FxR1F6Yy9QWi9QeThyZy9RcUd3d21XdmFEa2JOV3FrcXNjM1A2bHZiTUdPblR5ZHpmajRzZUl2OENzSmhVSzJmLy8rTE11eTdKSWxTOWhPblRxeFI0NGNZWVZDSVNzVUN0bGZmLzJWWlZtV2RYRnhZUjg5ZWxScDVXU2xQOE9EaDQreExVd3NXVDFqOHpkTkRNMjZmWXQvTjZSeVdWbFpYYkMwdEx4YjJlWDRXVkR6YVJHK3ZyN1l2SGt6ek0zTkVSWVdobzhmUDJMYnRtMHdORFRramxGWFY4ZWdRWU1RR2hyS3JWbFprNVNXbUpaaEdNakx5ME5SVVJIS3lzcmNuNHJVK0w3VzY5ZXZjK09mUmRpeUVvbkxqWnUzQ3ZvTmNVQjB6UE1mWG82aUhqMTZCRGs1T2FpcnF5TWxKUVhPenM1SVMwdmpGck92YkFKQlBoWXVYbzRWYXpkQXpFcHVpTEpFcGtteFVkZkxjQ29oMVFvRnhTSTBOVFV4YXRRb0pDVWxZZmZ1M1VoSlNjRzRjZVB3KysrLzQvSGp4M2ozN2gzaTQrTXhmZnAwUEg5ZXVmL0pWZ2JtQi92YThzYkhSRzRWQ2lVMktXOVMzZysyRzRYalFjSEY1azMrQ0VLaEVPdlhyOGYwNmRNQjZjTGk5dmIyeU1uSktaWjR1REs4ZXYwR3RpUEhJaWo0dElSbFdmZjQ2SWp1eWNuL2ZLanNjaEZTR1Nnb0ZoRVpHUWt0TFMyWlJhck56TXl3YytkT0dCc2JJeVFrQk9mT25jUGl4WXN4Yjk0OHZIdjNybExMUzc0c09TN3FXazYrdUpWSUxMcjN4OUtWK04xdEpRU0MwaE5PZncrRi9ZUkZWK3ZwMmJNblhyeDRnYVpObS83UXNuenE4dFhyNkQxd0tLSmpudWRBZ2xIeHp5SmNhZjRocWNrb0tCWngrUEJoYnA2ZG9xSWkwdFBUZ2Y5U0xFRlJVUkhoNGVGbzBhSUZySzJ0TVc3Y3VHS3BmRWpWOU83bGs3ZngwUkdkd0xMYlRwd01sdGlQR1k5WHIwdk1qUFhkRktadDJyRmpCN2Z0MHFWTGxUYWdSaVFTNFU4UEwweVpNUWVDUEVGc2dWamNOdjU1UkVDbEZJYVFLb1JHbnhZeGUvWnNMbm54b0VHRDhQdnZ2M045UGdVRkJXamV2RG02ZGZ0djdNR24wdzlJbFNkNStTekNXWS9mK3RhVHA5RjcrdzRlVm12NzFrM28xdVdYNzNyVHdyN1dvb3NhUVBydjY4YU5HL2pqanorKzYvMUxrdkh4STJiUC93TTNidDVtd2VCRS9ET2hJL0MwNEljWGhKQXFpSUppRVVXek90amIyOFBlM3I1U3kwTyt2Zmhua2NlYUdwaEVadVhrQm85M21tbmdNbXM2Wmt5ZDlOMm1iY2pKeVpXWTNOckR3d05qeG94Qm5UcDF2c3Q5Uy9NczVqbkdUcDZPOTJscEJSSmdRV0owaFBjUExRQWhWUndGUlZMakpNWTkvVWRQVDg5TW9xeHh4R1BiVHR2SWY1NWlpL3NhMUs3OTQ5YXhuVDE3dHN5Z255MWJ0bnpYKzdFc2k2TUJnVmkyZWoxWWllU2RTQ3l4cDlHbGhCUkhmWXFrUm9xUGp4Y2tQSXNZeHJLczYrV3dhOEsrdjlraDVubnNEN3Uvbkp6Y0Q1dXVrcDlmZ0VWdUs3QjAxVHBJV01rOVliYkltQUxpLzdWMzcyRlIxZmtmd045bmhvR1JUTHlsSkhqTHUxa3I3Rk82cmFZb21wdWxTVmJpSlg4dWVDbTd1T1dUbS9kTTIrejNLSmdsYXV5YVpTU3BFSzViNnErRXRsWFM0cXJCa0FpRFpPSmRhSUNCbVhPK3Z6K2NPUXN5Q0JyREFYbS9ucWNudnQ5eit3eUtiODdsK3oxRXJqRVVxVVV6bXpMZWxvSHh2NXd0dWp3K1pBcDJhVFJzdzEzT0ZwM0RwQ25Uc1RzdVFWR0VpREJuWnd6aGNBdWkyakVVcWNVN25aMytmMUtGUEZDUjdUOHNXdllHL3Jwc0ZTb3FHbmZZaGpzY1N2bzNSajg2RWRrNUo4dGtTVXdyTUdXOG9uVk5SRTBkUTVFSVFINytpWFA1cHN3SGhSRHZmclluWHBrODdYOXd0dWljMW1YZEVyc3M0MzhqTmlMOCtaZFJYbTdOdDFmYWZsZVluYmxUNjdxSW1nT0dJdEYvQ2JNcDQyVUJhY2FKTEZQWm1NY21JZm5vemIzS1NtdGxaV1VJbS9zaU5tMzl1eERBTHJNcG85L1BwMzUwK1Jvd0lxcUpvVWgwblFKVGVveGlxM3l3dExRc2I5cXNPZGdZdFJXeUxHdGRWcDF5VHVaaTVDT1A0OXNqeVRaSTRoVnpkdnJUQUd4YTEwWFVuREFVaVZ3NG5adjFJNnpGOTBLSWZSRWJvL0RjUzYraXRMUlU2N0pjY2c2MytOUEVwM0RoNHVWaVdSYWp6Tm1aa1ZyWFJkUWNNUlNKYW1FMm02MzVwb3pIaFJDdmY1WDRqVDE0L0NUa25zclR1cXhxYkRZYlhsKytDa3ZmV0FORjRBZWxUTzU1K3FlTS8yaGRGMUZ6eFZBa3FvUFpsUEUyaEJoZmRQNzgxWEVUbjhMT1hYRk5ZdGpHdWZNWE1PR3BxWWpkSGE4SUlTSUtUT2tQbkQ1OS9JcldkUkUxWnd4Rm9ucklOMlVjdE5wMGZXVkZUbCs4NGswc1diRWFkcnRkazFxRUVFajg1bHVNR1BzWWNuSk9WZ2loUEd2bWNBdWlCdEVvVTJwa21YSVFPak84TVE1RjE4a3k1V2hkd20yaktEZnRBb0RBSHYzdWoveDAxNTRYc25KeWRQK0kyb2oyN1J0di9sSkZVYkF4YWlzMnZMOEZBaWdRUWdRVjVCelBiN1FDaUc1emJnOUZBZkhQa2hJTHZqdVc0dTVEdVlWZVFtc0FrQVdhNzN1aUpMRlg2eEp1SThLY2svbHl0NzYvK3lIeitJbm9oOGVNOS94ZzB3YjhZY2dEYmord3RhSUNMLzdsTlh5VitJMFFrUFlVbU5KREFXaHp1a3BFTFZOQVFFQmlRRUJBb3RaMVVOUGozLysrKzNyMC85MlpuZ01HaTNjM2JSR3lMQXQzT1hrcVQveitvWkdpUi8vZnlkMEczTGRJNjg5T3pVZGdZT0NCZ0lDQW8xclgwVnp3bmlMUkxmclpkUHk0MlZSNmo0RHl4ZnAzTjRublhuNFY1ZVhsRFhvTUlRUStpZDJGc1krRjRQTGxLeFk3cE5HbnM0K3ZiZENERUpHS29VajBtK1JXbUxNenh3Tml5Y0d2a3VTUjR5YmdWRjdEM09LVFpSbXZyMWlGWlcrOEJTRkUydFhLWC8xL05xVW5OY2pPaWNnbGhpSlJBekNiTXY4R29UeDIvdnpGa3JHUFA0blBmdVBiTmk1ZXVvUS9QZkVVWW5mRkN5RkVoTm1VRVhnbEw2KzRRWXNtb2hvWWlrUU54SnlUdWQ4RzZ6MktJakwrdXV3TnJGeXpGcktzM1BSK0RpY2Z4UitEeGlFM044OG1oREtEd3kySUdnOURrYWdCblRHWkxwbE42WU1WSWQ3NzZKT2RJaVIwQnE1ZXJmOEozb1pOV3pBamJCNXNkbHVoSWtTL2dwempuN2kxWUNLcWhxRkk1QVlGcG93WGhTVG1IRCtSWlg4bzZCRjhWOGZiTnV4Mk8yYk5mUUViM3RzTUNQSFAvT3lNSGdVNW1SeC9TTlRJR0lwRWJsS1FuUm10Mk8zM2wxZFl6MDJkTlFjYm96NkFvdFM4bkpxWGI4YVFFV1B3emJlSElTRCttbS9LbUFEZzVxKzdFdEZ2eGxBa2NxT0NreWV5emRrWlhhOE4yM2hmUFAveVFsUldWcXJMZCs2S1EvRDRTYmh5K1lwVkNHbWtPVHVEd3kySU5NUlFKSEkvbXprN2M3eUFXSHJncTBQSzhESGo4Zk9aWDdCbzZSdFl2T0pOQ0NGU2l1MmxuYzJtdEcrMExwU29wV3VVdVUrSkNDZ3daYjdWcmUvOVI4OWZ1TGozNFRIanZSM2RtOHltalBrYWwwWkVEanhUSkdwRXAzL0svRnBmV1RGRUV2aTNvbUI2Zm5ZNkE1R29DV0VvRWpXeU5tMk1HMzFhU1VwQlRqcUhXeEExTVF4RklpSWlCNFlpRVJHUkEwT1JpSWpJZ2FGSVJFVGt3RkFrSWlKeVlDZ1NFUkU1Y1BBKzBXOGtidjNGaWJlMG5TUkowaTBlajRqcXdETkZJaUlpQjRZaUVSR1JBME9SU0dORlJVVll0MjRkS2lvcUFBQXhNVEZZdS9hL0w4djQ2YWVmc0dMRkNuVTVFYmtQN3lrU05aQVpNMllnTHkrdlh1c09HalFJVzdac0FRQjA3TmdSRm9zRjgrZlBSM1IwZExYMUVoTVRzV0xGQ3N5ZE94ZGVYbDV1cVp1SS9vczM3T3NRRUJDUUNBQnBhV2xCV3RkQ1RaUHpRUnVyMWVyeUpjSWpSb3hBYkd3c2ZIMTkxVDZkVGdlajBZaTllL2NpT1RrWkFGQllXSWl1WGJ1aW9LQUFaV1ZsR0RCZ0FJcUxpM0h4NGtYMDZ0VUxBTEJnd1FMNCt2cnk1NWJxTFRBdzhJQVFvbTFhV3RvUXJXdHBEbmltU05SQWpFYmpEWmQ1ZTN2WDZNL096a2I3OXUwUkZGVDM3MXh2dnZrbWZ2MzExOTljSnhIVmpxRkkxSUNTazVPeGI5OCtyRm16cGw3cjkrdlhENTA2ZFVKQ1FnSk9uanpwY2gxWmxqRjM3bHdFQlFXaGRldldEVnd4RVZYRlVDUnFRS1dscFRoNzlteU4vdHpjWEZ5OWVsVnRkK25TQlczYnRzVVRUendCQU5pMmJSdFdyMTZOM3IxNzE5aDI3ZHExK1BYWFg3Rmd3UUkzVjA5RURFV2lSckIxNjFaNGVucXE3Vm16Wm1INDhPSFYxbm50dGRmZzZla0ptODBHUlZIVUIyc3VYTGlBdm4zN05uck5SQzBSUTVHb0Vienp6anZvMHFWTHJjdW5UNStPZ0lBQXRHblRCckd4c2NqTnpjV1NKVXVBYXc5NW9WMjdkbzFZTFZITHhWQWswdGlMTDc2SXMyZlB3amw3VzBsSkNTb3FLcENlbnE2dW95Z0tIbjMwVVlTRmhXbFlLZEh0ajZGSXBMR2lvaUpFUkVTZ2E5ZXVBRkRqVE5IWlYxaFlxR0dWUkMwRFE1R29BZGp0ZGxSV1ZxS3lzaEtLb3FDc3JLemFjcXZWV3FQUGFEUkNwN3Z4cEZMbDVlVXdHQXdvTEN5c2RrK1NpTnlEb1VqVUFQYnUzWXQxNjlhcDdURmp4cWhmZTNwNllzYU1HVFcyaVlxS3d2MzMzNDhPSFRwQXI5ZTczRzlFUkFTU2twTFFvVU1IckZxMXlrM1ZFNUVUUTVHb0FZU0VoQ0FrSk9TV3R0MjhlWE90eXhZdlhvekZpeGYvaHNxSTZHWXdGSW1hbUdlZWVVYnJFb2hhTEw0bGc0aUl5SUZuaWtTL2tlUWNTMUZQbkdTZXFPbmltU0lSRVpFRFE1R0lpTWlCb1VoRVJPVEFVQ1FpSW5KZ0tCSVJFVGt3RkltSWlCd1lpa1JFUkE0TVJTSWlJZ2VHSWhFUmtRTkRrWWlJeUlHaFNFUkU1TUJRSkNJaWN1Q0U0RVJ1RmhnWU9FQUlFVk9scXpldVRReWU1dXlRSkdscWFtcHF0aVlGRXBHS29VamtacW1wcVRtQmdZRytBSHl2V3pUWThmK2kxTlRVSEExS0k2THI4UElwa2ZzcFFvaDRJUVNFRUdxbnN5MkVpQWVnYUZvaEVRRU1SYUxHSVlTSWQvWGFSVW1TbktGSVJFMEFRNUdvRWFTbnB4OFNRbHkrdmw4SWNUazlQZjJRTmxVUjBmVVlpa1NOUTVZa0tRRlZMcHZpMnBuaVhnQ3kxc1VSMFRVTVJhSkdvaWhLUXRWTHFKSWtRVkdVenpVdGlvaXFZU2dTTlJLTHhiSmZDRkhxYkFzaFNpMFd5MzV0cXlLaXFoaUtSSTBrTnplM0FzQS80VGhMbENUcFg0NCtJbW9pR0lwRWpVaFJsS3BQb2NacFd3MFJYWStoU05TSWJEYmJGNDRIYStUUzB0SXZ0SzZIaUtwaktCSTFvcXlzTElzUUlsRUk4VTFPVHM2dld0ZERSTlZ4bWplaVJpYUUrRVNTSlA1Q1N0UUVNUlNwMmVuWmYvQnNBVXpWdW81YlZWd3VQQUNCSHYwSHo5QzZsbHNsQVRINXB2UVB0SzZEcUtFeEZLblpFY0RVTm0xYWp4ell2NS9XcGJSSVdhWWNsSlJZQUlDaFNMY2RoaUkxU3dQNzk4T24yNk8xTHFORkNwMFpqdStPcFdoZEJwRmI4TDRHRVJHUkEwT1JpSWpJZ2FGSVJFVGt3RkFrSWlKeVlDZ1NFUkU1TUJTSmlJZ2NHSXBFUkVRT0RFVWlJaUlIaGlJUkVaRURRNUdJaU1pQm9ValVSSTBhTmFwYTIyS3g0TFBQUHF0ek95R0VHNnNpdXIxeDdsTnFVWTRkTzRadDI3WWhLeXNMbFpXVjZObXpKNTUrK21rODhjUVQ2anJSMGRGSVNrckNqaDA3YW13L2I5NDhmUC85OTlYNjFxNWRpK0RnWUVSSFJ5TXFLZ29Bb05mcjBhbFRKenowMEVPWU5Xc1c3cjc3Ym5YOWNlUEdRYS9YMTloM2VYazVEaDA2aFAvODV6OFlObXlZMmw5V1ZvWkxseTVCQ0lHWW1CamNjODg5Nk55NU0xcTNibzJqUjQ4aU5UVVZwYVdsK09XWFg1Q1hsNGZseTVkajlPalJpSW1Kd2Z2dnZ3OXZiKzlhdngrWEwxOUdTZ3JuTVNWeVlpaFNpNUdRa0lBMWE5YmcyV2VmeFN1dnZBSlBUMDhjUFhvVTY5ZXZSMzUrUHY3eWw3L1VhejhoSVNFSUR3OVgyejQrUHVyWGZmcjB3WVlORzJDMVduSDY5R25FeHNaaXlwUXBpSXlNUkVCQWdMcGVYRndjdkx5OHF1M1hlV2E0ZXZWcTdOKy9YKzNQeWNuQjl1M2I0ZUhoZ1Q1OStpQTJOaFpXcXhWQlFVRklUVTJGbjU4ZmdvT0QwYUZEQi9qNit1S09PKzVRdDMzbW1XZncwa3N2MWZwWmhnNGRXcS9QVE5SU01CU3BSYmh5NVFyV3JsMkxlZlBtNGM5Ly9yUGEzNzE3ZDl4MTExMVl1SEFoeG80ZGkzdnZ2YmZPZlhsN2U2Tno1ODR1bDNsNGVLakx1bmZ2anVIRGgyUERoZzFZdEdnUkVoSVMwS3BWS3dEQXRHblRJRWxTdldvUENBaEFXbG9hckZZcm5uLytlV1JrWkdETm1qVjQvUEhIa1pxYWlzREFRRHo0NElNdXQ0MlBqMGRTVWxLdCs3YlpiUFdxZ2FpbFlDaFNpL0QxMTE5RHI5ZGoyclJwTlpZRkJRV2hhOWV1T0hqd1lMMUM4V2JObmowYk1URXgrUGJiYnpGMjdGZ0F3SWNmZmdpRHdRQUFVQlFGT3AwT3I3NzZxc3Z0RHg4K2pMWnQyK0x6enorSHY3OC9QdmpnQTR3ZVBScUhEaDJxODlpVEprM2ltU0xSVFdBb1VvdGdOcHZSdlh2M0dwY3NuWHIwNklHZmYvN1pMY2YyOXZhR241OGZ6R2F6Mm1jd0dPRGw1UVc3M1k2bm4zNGFDUWtKZU8rOTkxeHVmK0xFQ1pqTlp2ajUrU0U1T1JtREJnM0N1WFBuWUxGWUFBRExseStIMFdpRXpXYUR3V0JBdDI3ZHNISGpSZ0RBenAwNzhmbm5uOWRhRzg4VWlhcGpLRktMSU11eXk0ZGJuSFE2M1EyWFY3Vno1MDdzM3IxYmJSODRjQUN0VzdldTgvZ2VIdGQrM0lRUVNFNU94c3FWSytIcjY0dWlvaUpNbVRJRnAwK2Z4cEVqUjJwc08zZnVYUFhyeU1oSWhJV0Y0YzQ3N3dRQUxGMjZGS3RYcjhZRER6eUFpUk1uWXZ2MjdXamJ0aTBBb0ZPblRsaTRjQ0ZDUWtJUUdSbUpFU05HSUNBZ0FFdVdMTUZ6enowSGYzOS9QUC84OC9YNnpFUXRCVU9SV2dRL1B6OTg4Y1VYc052dGFqaFZsWmVYcDE3YXJNdjQ4ZU14YTlZc3RYMmpwenNCNE9yVnF6aHo1Z3o2OXUwTE9FSlJyOWRqMkxCaFdMbHlKWjU4OGtuczNMa1RFeWRPZExuOVYxOTloZWpvYUFCQVFVRUJEaDgrREwxZWp6Rmp4c0JxdGFyM0thdXlXcTFJVEV6RWtpVkxBQUJuenB4Unp5d0xDZ3BndFZvQkFCTW1UTUNubjM2SzBORFFlbjEyb3RzZHh5bFNpekI2OUdpVWw1Y2pOamEyeHJMRXhFUVVGaGJpa1VjZXFkZSs3cnp6VG5UdDJsWDlUNmU3OFkvUnBrMmI0Ty92ajZGRGg4SnV0NnYzRXVzck9EZ1l5NWN2eDVZdFc5QzllM2RFUkVRZ0lpSUNZV0ZoS0NrcFVjOE1xeklhaldqZnZqMldMMTllNjM3UG5EbURkZXZXNFlFSEhyaXBlb2h1Wnp4VHBCYmg3cnZ2eGdzdnZJQjMzMzBYVnFzVndjSEIwT2wwU0U1T3hudnZ2WWM1YythZ1Y2OWU2dnAydXgwWEwxNVUyMTVlWHVvbFM2dlZXbTFacTFhdDFHRVF6dTNzZGpzS0N3c1JHeHVMOVBSMFJFVkZ3Y1BEQTJhekdWMjdkblZabzZJb0FJRFhYMys5V3I4UUFzdVdMY05iYjcwRkFQaisrKzhSSHgrUGJkdTI0ZXpacytqU3BZdkwvYjMwMGt1WU9YTW12dnp5UzVmTFY2NWNpZm56NTZOMzc5NzEvVFlTM2ZZWWlxUTFhZENnUVoxT25EaHh6dDBIZXZiWlorSHY3NCtQUC80WS8vakhQd0RIdU1JbFM1YlVPRXM4ZWZKa3RiNWh3NFpodzRZTkFJRGR1M2RYdTZjWUdocUtoUXNYVnR2T3c4TUR2cjYrR0Q1OE9IYnUzSW1PSFRzQ0FGSlNVbkRmZmZmVnFHM2V2SGt3R28wQWdCRWpSbFJibHBTVWhJNGRPNkpmdjM0QWdPSERoK1BBZ1FQNDZLT1AwTE5uejFyUFZBMEdBelp0Mm9RMmJkcTRmRkoxL2ZyMWF0QVQwVFVNUmRLYXp0UFQ4MHhnWU9BUlJWSGk5SHA5WEVwS3ltbDNIV3pVcUZFMXBrKzdYbmg0ZUxYQitWVnQzcno1bHJaejJyZHZIeFl1WEloZXZYcGg0TUNCYXYrR0RSdGdNQmh3OGVKRkdBd0dGQmNYcTVkWmk0cUtFQjRlRGlFRVNrdEw0ZUhoZ2NqSVNLeFlzUUtUSmsxeWVaekpreWZqOHVYTGFydTB0QlJIang2Rmg0Y0hMQllMd3NMQ3FqMVlOSHYyYk41WEpHSW9VaE9oQnpCY3A5TU5WeFJsZlVCQXdBOEE5Z2doNHRMVDAwOXFYVnhERVVKZzZOQ2g2bGhJbzlFSXU5ME9PQzdQQWtCK2ZqN216WnNIZzhHZ2hsUm9hQ2crL1BCRHZQYmFhK2pUcHcvYXRtMkxTNWN1d1c2M0l5Z295T1d4cXA3SkVsSDkxVzlLalJZc0lDQWdFUURTMHRKYy8rdER2NVUrTUREUTdtb1NhOGVNTDhjQnhBR0lTMDFOelFTQUh2MEhKdzU5OFBjalA5MGVyVUc1N3VlOHQxalhBenhhQ1owWmp1K09wU1NaVGVuOG1XZ0dBZ01ERHdnaDJxYWxwUTNSdXBibWdHZUs5ZE4yOE9EQkk3VXU0bmFrS0lyNkwzL1ZhYytFRU02M1Bkd0g0RDVKa2xZRUJBVGtBdGhUWWxWdTZ4dGhUVFVNcTVJZ2pJR0JnWWV1L1ZFSkFVQUFFSklrS1ZYN0pFa1NBSlRyMmtJSW9WUnR1K3Fyc28zaTZqalh0Vy9tT0RYMkkwbVN2WmFQYWxjVVJkMm5zeFpGVWRSOVNwS2tYTmNXaXFJb1ZkdU9iWlRyMWxIMzUydzc5eWRKa3BCbDJYbk1hc2V0V3N0MWJTSExzdUw4R29DUVpWa0lJZG9EVUJyNXIwaXp4VkNzVzVra1NTTWxTVXJVdXBEYlVYM24vM1NzMjFrSTBVcVNXdVlWanRyR1dHcERTRUlJM2JVL0Zra25oSkFBU05meVJaSWN3NzNVdGlSSmtoQkNWN1h0V083Y2gzTWRTUWlodTY0dFNaS2tjN1lkVjdoY0h2ZEd4M0YrN2R5UEpFbk9ZOS93bStycWw1VHIrK3BxMzhvMnJpYVR1Tmx0cWt3WThWV05uWkZMVGVVbnJNbVNaWG11VHFmak0rdHVvaWlLenNQRDQydTRlQStnSkVrUVFweVVKQ2xCVVpSMG04MTI0c2NmZjh6bzBYOXdpL3NGSlRJeUVoVVZGVmkwYUpIV3BRQUFCSFRsTGVDV2doNkFOSERnUUYxbFphVmt0OXNsdTkwdWRlN2NXU292TDlmSnNpekpzaXo1K1BoSXNpeExOcHROSjh1eWRNY2RkMGlLb2tpeUxFdDJ1MTBuaEpDTVJxT2tLSW9raEpEc2Rydk95OHRMRWtLb2ZRYURRZWY4MnRHV0ZFVngyZWRzZTNoNE9QZWhxOXAyL21LaDErdlZYeUlxS3l1UGEvM05iQzRZaW5YSXpNejhHWUI3SnNVa0FOQUZCZ1lDL3cxQkFTQURRSnpkYm8vUHpNdzhvWFdCVmIzd3dndElTMHVyYzcycFU2ZGkvdno1QUlEcDA2ZkQyOXNiT3AwTzJkbloyTE5uRDZaUG40Nktpb29hWjhwLy9PTWZZYlZhcTgyVENzZlRveGN1WE1BUFAveFE0MWp6NTgvSHlKRzh1dThHTWdCa1pXVlY2M1RYSExuVU5EQVVTV3VTRUVLUkpPbUlFQ0plbHVYNHpNek1mSzJMcWsxdGszYlhKVEl5RXQ3ZTNwZzllN2JhRng4ZjczSTJHcHZOaG1QSGpzSEh4d2RmZnZrbC9QejhNR3JVS0xScjF3NG1rd2s3ZHV6QXl5Ky9qQ05Iam1EczJMRWNhMGpVZ0JpS3BEVzVvcUxDTHlzcnEwanJRdHpwekprek1CcU5xS2lvcUhOZGc4R0FZOGVPb1VlUEhuanV1ZWV3Yjk4K2hJYUdva09IRGlndUxzWTc3N3dEZjM5LzdOcTFDNk5HamFyM1JPWkVWRGVHSW1tdXVRU2lMTXMxN252ZWlFNm5VeCtFK095enozRHc0RUU4K3VpajZnVGVNMmZPckJGbzI3ZHZWOC84N0hZN2xpNWRpcEtTRW9TSGgyUG8wS0U0ZlBnd0lpSWlidmlPUkNLNmRReEZvbnFhTkdrU2lvdUxhL1NYbHBiQ2FEVFdDTGdSSTBaZzFhcFYyTDU5Ty9SNlBWSlNVcW85S0xONTgyYjQrUGlvN1NsVHBrQ1daYlc5Zi85K3RHdlhEajE2OU1DcFU2ZHc2dFFwQUVEdjNyM3hyMy85Q3hjdVhIRFRKeVZxdVJpS1JQVzBkKzllbC8wVEowN0U2dFdyWGM1cENrZlk3ZHExcTBaL3ExYXRxcjEycXVwRE4xT25Uc1dsUzVmVWRrSkNBczZkTzRjNWMrYW9mVWFqVVowdmxZZ2FCa09SNkNidDNyMGI1ODZkVTU4dWRiTFpiQWdMQzhQZi92WTMrUG41MWRqdXlwVXJHRGR1SEJZc1dBQTRwblNyK3BDTXpXWURISmROSXlNanEyM3J2TWY0OGNjZlYrdFBTa3JDWTQ4OTFxQ2ZqNmdsWXlnUzNRU0x4WUt0VzdlcWI4eW95bUF3WU5pd1lWaTZkQ21pbzZOclhFNXQxNjRkNHVMaUFNZlRxRnUyYktrMkdGK1NKRWlTQkZtV2NlVElFV3pkdWhWdzNJOE1EZzVHU0VnSXNyS3kxSW5FRXhNVFlUS1pHSXBFRFlpaFNIUVR0bTdkaXRHalIyUEFnQUV1bDRlRmhlSElrU1A0KzkvL1h1MVNweXR2di8yMnl5RVpGUlVWME92MTZOZXZIN0t5c3BDU2tvSlBQdmtFM3Q3ZWlJcUtRa2xKQ1diT25JbXNyQ3hZTEpZRysyeEV4RkFrcXJmang0L2o0TUdETjN3RGhWNnZ4eHR2dklIcDA2ZmpEMy80QTN4OWZXR3hXTEJqeHc1Y3VIQUJreWRQeG9RSkUrcDl6SmlZR0Z5K2ZCa3pac3lBcDZjbnZMMjlzV3ZYTHZWTkcwVFVzQmlLUlBXMFo4OGVMRml3QUsxYnQ4YkZpeGRoczlsZ3NWaHcvdng1OWRWUEFOQzllM2NzV0xBQVY2NWNRVXBLQ3U2OTkxNG9pb0wxNjllamI5Kys4UEh4UVV4TURDWlBubHhqUnB0dTNicGgwNlpOYW52eDRzVll0V3BWdFRrdUN3b0s0T1BqZzR5TURQV2RpMFRVTUJpS1JQVzBiTmt5OVQ0OVBvWWVBQUFCTFVsRVFWUmhYRndjdG16WkFwMU9oeUZEaHVDZWUrNnB0dTZUVHo0SkFIajQ0WWRkN212Ly92MjFIcWZxQVArcVQ2ZFc3UXNKQ1lHWGx4ZmVldXV0Vy80OFJGUVRRNUdvbnFvK09ETm56cHc2N3huZUtpOHZMeHc2ZEtqVzVYZmRkZGNObHhQUnJXdjZMMjRqSWlKcUpBeEZJaUlpQjRZaUVSR1JBME9SaUlqSWdhRklSRVRrd0ZBa0lpSnlZQ2dTRVJFNU1CU0ppSWdjR0lwRVJFUU9ERVVpSWlJSGhpSVJFWkVENXo2bFppbkxsSVBRbWVGYWw5RWlaWmx5dEM2QnlHMFlpdFRzQ0loL2xwUlk4TjJ4RksxTGFia2tzVmZyRW9pSWlJaUlpSWlJaUlpSWlJaUlpSWlJaUlpSWlJaUlpSWlJaUlpSWlJaUlpSWlJaUlpSWlJaUlpSWlJaUlpSWlJaUlpSWlJaUlpSWlJaUlpSWlJaUlpSWlJaUlpSWlJaUlpSWlJaUlpSWlJaUtoRituOUU5M2p1TWlub3RBQUFBQUJKUlU1RXJrSmdnZz09IiwKCSJUaGVtZSIgOiAiIiwKCSJUeXBlIiA6ICJmbG93IiwKCSJVc2VySWQiIDogIjQ2OTkwOTI4MyIsCgkiVmVyc2lvbiIgOiAiMzciCn0K"/>
    </extobj>
    <extobj name="ECB019B1-382A-4266-B25C-5B523AA43C14-2">
      <extobjdata type="ECB019B1-382A-4266-B25C-5B523AA43C14" data="ewoJIkZpbGVJZCIgOiAiNTMwODQwMjQ2MzI2IiwKCSJHcm91cElkIiA6ICI1NTUwNTQ4OTIiLAoJIkltYWdlIiA6ICJpVkJPUncwS0dnb0FBQUFOU1VoRVVnQUFBY0VBQUFDSUNBWUFBQUNmbTFENEFBQUFBWE5TUjBJQXJzNGM2UUFBRHRwSlJFRlVlSnp0M1h0UVZIWGp4L0hQQWdtdW9IakpLejd3V0JZK2lybHM0Z1hKQ3lwT01wV1NNK0NGekZMUk1DdWMwR3JHR0FmTE1VMlkwakowTkVOWjh3YVArZk5ubXBQbTlKZzVtRXlKSXdtL3ZLVnBBcUdoQXVmM2orNGpvUVVtTE90NXYyWjJadmRjdnQvdk9mUGwrOWx6V1k0RUFBQUFBQUFBQUFBQUFBQUFBQUFBQUFBQUFBQUFBQUFBQUFBQUFBQUFBQUFBQUFBQUFBQUFBQUFBQUFBQUFBQUFBQUFBQUFBQUFBQUFBQUFBQUFCcXkrTHFCZ0IvOU0vZ1hwTU5hYXlyMjRHN3l5S3RMY3cvOUpHcjJ3SGN6TXZWRFFEK3lKREdObS91TytoZndRKzd1aW00UzM3SVA2clMwakpKSWdUUnFCQ0NhSlQrRmZ5dzFxM09jSFV6Y0pmRVBmTzgvdlBOUVZjM0E2akJ3OVVOQUFEQVZRaEJBSUJwRVlJQUFOTWlCQUVBcGtVSUFnQk1peEFFQUpnV0lRZ0FNQzFDRUFCZ1dvUWdBTUMwQ0VFQWdHa1JnZ0FBMHlJRUFRQ21SUWdDQUV5cjNwOGl3YlBoWEkvbnVBRjF4OWpsZWcweGR0VjdDUEpzT05maU9XN0FuV0hzY3EyR0dyc2E1SG1DUEJ2T2RYaU9HM0RuR0x0Y3A2SEdMcTRKQWdCTWl4QUVBSmdXSVFnQU1DMUNFQUJnV29RZ0FNQzBDRUVBZ0drUmdnQUEweUlFQVFDbVJRZ0NBRXlMRUFRQW1CWWhDQUF3TFVJUUFHQmFoQ0FBd0xRSVFRQ0FhUkdDQUFEVElnUUJBS1pGQ0FJQVRJc1FCQUNZRmlFSUFEQXRRaEFBWUZwdUc0SVpHUmthUDM1OGplbTV1Ym15MisyNmN1V0tjMXBsWmFYV3IxK3ZjZVBHcVgvLy9nb1BEMWRzYkt3S0N3di90STdQUHZ0TVk4ZU9WWGg0dUFZTUdLQ3BVNmM2NXlVa0pNaHV0OHR1dHlzOFBGd1RKMDdVNGNPSHE2Mi9aODhleGNURXFHL2Z2b3FQajlleFk4ZHVXYyttVFp0a3Q5dFZWRlIwQjN1aWNiUFpiUGRMOG5SMU8rNldjK2ZPYWU3Y3VZcUtpbEtmUG4wMFlzUUk3ZDY5MjludmJ2VktURXlVYnVveitmbjV0eXg3N2RxMXN0dnRjamdjem1rcEtTa2FObXlZczQ5OS8vMzN6bmxuejU1VlVsS1N3c1BERlJrWnFYbno1dW5TcFVzTnNCZmNqenYzdzIrKytVYlRwazNUd0lFRDFhOWZQNDBkTzFaYnRteXB0c3lOL25mNTh1VWE2OTg4VnQxNDdkeTVVN28ranQ2WUZoWVdwdWpvYU0yZlAxOW56cHhwc08xek5TOVhONkMrVlZaV0tpa3BTZm41K1VwSVNKRE5adFBWcTFlVmw1Y25pOFZ5Mi9WMjdOaWgrZlBuNjdYWFhwUE5abE5wYWFuMjc5OWZiWmt4WThZb0lTRkJwYVdsV3Jac21XYk9uS21jbkJ6NStmbnArUEhqbWoxN3RsSlRVOVczYjErbHBhWHBwWmRlVW5aMnRyeTgvcnZicjE2OXFveU1qSHJkQnk0V0h4b2FPc2N3akd5THhiSzV0TFQwODRLQ2dpdTFXSy9STVF4RDA2ZFBWMEJBZ05MUzB1VHI2NnVDZ2dKWnJWYjE2TkZEMjdadGt5UnQyN1pONjlldjE2cFZxeVJKM3Q3ZXpqS3NWcXNjRG9mbXpwMWJvMnlIdzZGbXpacFZtOTZyVnkvTm5EbFRGb3RGUzVZc1VWSlNrclp2M3k1SmNqZ2NHakJnZ041ODgwMWR1SEJCYytiTVVYcDZ1dWJNbWRNQWU4UHR1R1Uvek03T1ZtcHFxdUxqNC9YS0s2K29TWk1tMnI5L3Z4WXZYcXpDd2tLOS9QTEx0U3BuOU9qUmV2NzU1NTJmVzdSbzRYemZ0V3RYcGFXbHFieThYRC85OUpNY0RvZGlZMk8xWk1rUzJXeTJldG11eHVTZUQ4RlBQdmxFZVhsNXlzek1WUHYyN1ozVHUzYnQrcWZyN2QyN1YzYTdYU05IanBRa2RlellVY0hCd2RXVzhmYjJscisvdi96OS9aV2NuS3pJeUVnZE9YSkVZV0ZoK3ZUVFQ5V3ZYejhOSGp4WWt2VGlpeTlxeTVZdE9uRGdnUHIxNitjc1k5V3FWZXJXclp2T25qMTdkemU4Y1dsdHNWZ21TWnJVdkhuelVwdk45cG1rVFpXVmxmOXorUEJodHpsME9YWHFsQW9MQzVXU2t1THNDd0VCQWM3NTdkcTFreVQ1K2ZuSnc4UEQrZmxtZHJ0ZDI3ZHYxOHlaTStYdjcrK2MvdFZYWCtuYXRXdnEwS0ZEdGVXZmZQSko1L3VSSTBjcUp5ZEhWNjVja2JlM3Q2Wk5tNmI3N3J2UFdXZGNYSnhXcjE1ZEQxdCt6M0NyZm5qeDRrVXRXTEJBQ1FrSm1qUnBrbk42WUdDZzdyLy9mczJhTlV2RGh3OVg5KzdkLzdJc3E5VjZ5LzRvU1Y1ZVhzNTVnWUdCaW9pSVVGcGFtcEtUazVXZG5hMm1UWnZleGExcWZOejJkR2h0YmRpd1FiR3hzZFVDc0RhQ2dvS1VtNXVyUTRjTzFXcjVpb29LU1hJT1NubDVlWHJra1VlYzg2MVdxN3AwNmFLalI0ODZwNTA4ZVZKWldWbWFNV05HbmRybWpnekR1UEZxYnJGWTRpd1d5NmRlWGw3blFrTkRONFdHaG82MzIrMHRhbEdNUzdWdTNWcSt2cjVhdDI2ZHlzdkw3NmlNa0pBUUJRWUcxamlkbFpXVnBhZWZmdHJaai82b3JLeE1telp0VWxSVWxQUEk4a1pmdStIczJiUFZ2dUdqSm5mcWg3dDI3WktucDZmR2pSdFhZOTdnd1lQVnVYTm43ZGl4bzE3cW5qeDVza3BLU3JSMzc5NTZLYjh4dWFlUEJNdkt5blQ2OUduMTdObXp6dXVPSHo5ZXg0OGYxM1BQUGFkaHc0WXBNVEd4MnJmK20vMysrKzlLUzB0VGx5NWRGQklTSWtuNjVaZGYxTHAxNjJyTHRXelpVaVVsSmRMMVA4YVVsQlNOR3pkT2JkdTJ2YVB0cXkxUGkzeHROdHZ1ZXEzazlqcmZlSFB6NldmRE1DVEpLbW1VeFdJWlpSaEdaV2hvNko2cXFxcTFwZVc2N3pabHVWVFRwazIxY09GQ3paa3pSMDg5OVpTbVRwMnFKNTU0UXA2ZXRiL1VaQmlHNHVMaXRIejVjazJZTUVHZW5wNHFLaXBTYm02dVVsTlR0WFhyMW1yTDc5cTFTL1BuejFkSlNZbjY5T21qQlFzVzNMTGNnb0lDWldabTZ0VlhYLzNiMjFsZjZJZDFVMVJVcE1EQXdHcW4wMjhXRkJTa2t5ZFAxa3ZkVnF0Vm5UcDF1aWZ2VS9nanR6NFN6TS9QVjNoNGVMWFhDeSs4NEp4LzdkbzFTVkpWVlZXZHkvYjI5bFpxYXFvKytPQURuVDU5V2pFeE1kcTRjV08xWlJ3T2h3WU9IS2pISG50TWxaV1ZXcjU4dWZONlgxVlYxWTAvTUtmS3lrcm4rOHpNVEYyNmRFblBQUE5NbmR0MnI3bit6ZHpETUl5bWtwb1lNbXF4bG11RWhZVXBPenRiMGRIUmV1ZWRkelJ4NGtSZHVIQ2hUbVdNR0RGQzVlWGwyck5uajNUOUtEQXFLcXJhNmRFYkJnd1lvSFhyMW1uRmloWHk4ZkhScEVtVGFoeUY3dHk1VTVNbVRWSnNiS3dlZi96eHY3bUY1dFhZK21GbFplV2Zmc0h5OFBDbzlSZXdyS3lzYXVOa1dWbFpyZXEvK2Y2RmU1VmJiMkdYTGwyMGFOR2lhdE9PSERuaXZER2dSWXNXc2xxdE9uYnNXTFhyY0RlcnJLelVrQ0ZEbkovdGRyc1dMMTdzL055N2QyOTkvUEhIV3I1OHVkNTY2eTA5K3VpakNnd01sQ1JGUjBjclBqNWVPVGs1eXM3TzFxVkxsOVN5WlV0bjNUZU8rbTRvTGk1V216WnQ5TjEzMyttamp6N1M2dFdyNWVYbHBhdFhyOTdGdlhLTGJUUlVscHViTzdoZUs3a05tODJXSk9rZC9mZGJ0eXdXaXl3V2l3ekR1Q0xwQzhNd05sZFZWV1VmUG56NG5DUUZCZmNhNDRxMjFwYXZyNjhTRXhNMWV2Um9UWmt5UlV1V0xORzhlZk5xdmI2M3Q3ZEdqUm9saDhPaDNyMTdhK3ZXclZxeFlzVnRsMjNidHEzYXRtMnJ0OTkrVzRNR0RkSytmZnNVR1JrcFNVcExTMU5PVG83bXpadW5nUU1IM3JWdHJBLzB3N3JwMUttVHRtM2Jwb3FLaWx1RzBmSGp4elY4K1BCYWxUVnk1RWc5Kyt5enpzOVdxL1ZQbHk4dUx0YXBVNmYwMEVNUDNVSEwzWXRiaDJDVEprM1V1WFBuYXRQT256L3ZmTy9oNGFFaFE0WW9Nek5UbzBlUGxxK3ZiNDB5UEQwOTllV1hYLzVsWGVQSGo5ZUhIMzdvUEVVaFNjMmFOZE0vL3ZFUEpTWW02c1NKRTNyampUZTBjdVZLZVhoNHFGdTNianAwNkpEemZINVpXWmtLQ3d2VnMyZFByVisvWG1WbFpZcUppYWxXUjB4TWpLS2pvNVdTa25MSCs2UVJjbjZkdmo3Z2xCbUdzZDB3ak0xbFpXVmJDd29LU2wzYnZEdlhzV05IUlVaRzZzQ0JBM1ZlZDh5WU1WcXpabzB5TWpJVUhCeXNoeDkrK0MvWDhmVDBsSmVYbDVvMGFTSmQvMG5GNTU5L1h1T21MOXlTMi9YRHlNaElwYWVueStGdzFMZ3V1SHYzYnAwNGNVSlJVVkcxS3N2UHo2L0dXUGxubGk1ZHFvQ0FBUFh0MjdmTzdYWTNiaDJDdFRGanhnd2RPSEJBa3lkUDF2VHAwOVcxYTFlVmxKVG80TUdEQ2dzTDA0TVBQbmpMOVpZdVhhckF3RUIxNzk1ZFhsNWUycmh4bzZ4VzYyM3Z4RXBPVGxaTVRJd3lNek0xWWNJRWpSbzFTdE9tVGRQdTNidGxzOW1VbnA2dWJ0MjZLU1FrUkNFaElkV09IQzVmdnF5SWlBaHQzTGhSUVVGQjliWXZYTVJpR01hdmt2NWRWVlcxdWJpNCtIK0xpb3J1N0s0U0Yvdnh4eCsxZWZObURSa3lSSjA2ZGRMSmt5ZjF4UmRmYU9qUW9YVXVxMTI3ZGhvMGFKRFdyRmx6Mit0ODMzNzdyYzZkTzZmKy9mdkxNQXhsWkdUSTE5ZlhlZHY2MnJWck5YYnNXUG40K0tpNHVOaTVucCtmWDUydVU1cUUyL1hERGgwNktERXhVZW5wNlNvdkw5ZlFvVVBsNGVHaHI3LytXdSs5OTU2bVRKbWlCeDU0b05vNnYvNzZxL08zZ2g0ZUhtclZxcFVrcWJ5OHZOb0JRdE9tVFowL3g2bW9xTkQ1OCtkVlVWR2hFeWRPeU9GdzZOQ2hRMXEyYkJtblErOEZiZHEwY1o3T1RFMU4xY1dMRitYcjY2c2VQWG80Zjc1d3UvVldybHlwTTJmT3lNZkhSOEhCd1hyLy9mZlZwazJiV3k3ZnFsVXJKU1VsS1RVMVZSRVJFUW9ORGRYczJiTzFZTUVDbFpTVUtDd3NUQXNYTHF6SExXMmNQRHc4Vmg4OGVEQk4wcTF2ZTNRai92NytLaW9xVW5KeXNuNzc3VGUxYTlkT0kwYU1xUFpQRk9vaUxpNU9lWGw1dCsySHZyNitldmZkZDVXYW1pb2ZIeC9aYkRZdFc3Yk1lVWJqNTU5LzFxSkZpMnBjRWxpN2RtMnRqaXpOeEYzN1lYeDh2QUlDQXJSbXpScXRYTGxTdXY3enJ0ZGZmLzJXUjRFMy82VEd4OGRIKy9idGs2N2ZKYjlod3dibnZMaTRPTTJhTlV1U2RPellNVVZGUmNuTHkwdnQyN2RYUkVTRXNyS3lianZXb1k2Q2dudnRqbzEvem9CcnhNWS9ad1FGOTNMVkhYbDNoRDV6NzZFZm9xNGFxcys0OWQyaEFBRDhIWVFnQU1DMENFRUFnR2tSZ2dBQTB5SUVBUUNtUlFnQ0FFeUxFQVFBbUJZaENBQXdMVUlRQUdCYWhDQUF3TFFJUVFDQWFSR0NBQURUSWdRQkFLWkZDQUlBVElzUUJBQ1lGaUVJQURBdFFoQUFZRnFFSUFEQXRBaEJBSUJwRVlJQUFOUHlhb2hLZnNnL3FyaG5ubStJcXZBSFArUWZkWFVUQUxmRjJPVTZEVFYyMVhzSUdqTCtYVnBhcHY5OGM3QytxOEx0V0l3Y1Z6Y0JjRGVNWFkxQUE0eGQ5UjZDLzVmLzNXSkppK3U3SGdDNG14aTd6SUZyZ2dBQTB5SUVBUUNtUlFnQ0FFeUxFQVFBbUJZaENBQXdMVUlRQUdCYWhDQUF3TFFJUVFDQWFSR0NBQURUSWdRQkFLWkZDQUlBVElzUUJBQ1lGaUVJQURDdEJubWVJRkJYUE1mdDNzSnpMZEZZRVlKb2RIaU8yejJLNTFvQ0FBQUFBQUFBQUFBQUFBQUFBQUFBQUFBQUFBQUFBQUFBQUFBQUFBQUFBQUFBQUFBQUFBQUFBQUFBQUFBQUFBQUFBQUFBQUFBQUFBQUFBQUFBQUFDNHRmOEhnWmJPdjBCbkFBNEFBQUFBU1VWT1JLNUNZSUk9IiwKCSJUaGVtZSIgOiAiIiwKCSJUeXBlIiA6ICJmbG93IiwKCSJVc2VySWQiIDogIjQ2OTkwOTI4MyIsCgkiVmVyc2lvbiIgOiAiNiIKfQo="/>
    </extobj>
    <extobj name="ECB019B1-382A-4266-B25C-5B523AA43C14-3">
      <extobjdata type="ECB019B1-382A-4266-B25C-5B523AA43C14" data="ewoJIkZpbGVJZCIgOiAiNTMwODQ3NzkwODA2IiwKCSJHcm91cElkIiA6ICI1NTUwNTQ4OTIiLAoJIkltYWdlIiA6ICJpVkJPUncwS0dnb0FBQUFOU1VoRVVnQUFBcklBQUFPWENBWUFBQURZYjZLeEFBQUFBWE5TUjBJQXJzNGM2UUFBSUFCSlJFRlVlSnpzM1hsY1ZGWC9CL0RQSFVCd1JjbkVEWmh4WXdhRkdmU25waWt1VDZaR2Fwcm12bXRxN21tdWxVcytwcWxvR21tNTVKNUx1U1ZtbXBscFB1NElLQUtpZ0NJZ2lDRHJBRE56Zm4ra2t5T29nTUE0K0htL1hyeGV6TG5MK2Q3TDA4UEh5N25uQUVSRVJFUkVSRVJFUkVSRVJFUkVSRVJFUkVSRVJFUkVSRVJFUkVSRVJFUkVSRVJFUkVSRVJFUkVSRVJFUkVSRVJFUkVSRVJFUkVSRVJFUkVSRVJFUkVSRVJFUkVSRVJFUkVSRVJFUkVSRVJFUkVSRVJFUkVSRVJFUkVSRVJFUkVSRVJFUkVSRVJFUkVSRVJFUkVSRVJFUkVSRVJFUkVSRVJFUkVSRVJFUkVSRXBaTms3Z0tJaU1neXVkUnZwSktzckx3a0lYa0lTVlNYSk5nTElWbVp1NjZYZ1NRSnZSQjRJQWtwVGtnaUFBYkRYNUZoUVNIbXJvdW90R0dRSlNLaUFtaGlJM2ZOR1NGSjBoaElranNBbEM5WERqVnJWRWNsKzBxd3RtS09CUUNkWG84SEQxSVFHeHVIOUl3TUFJQVFDRFJBK040S0NkZ0FRR2Z1R29sS0F3WlpJaUxLRjNsOWorYXdrclpMa2xUSHZhRWJ1bmgzUXVzM1c4QzFmajF6bC9aU0N3MEx4OG0vVCtPWFE3OGg2R293QUlRTG5XRkE1UFhBcythdWpZaUlpS2pVYzFGcHhpcFVtdXczMnI0dERoMCtLZ3dHZzZDQ01SZ013dS93RWRHOFRRZWhVR215WFZTYXNlYit1UklSRVJHVmFpNnVtdGtLbFVZTUhENWFKQ1VsbXpzUFdyejdTVW1pLzlBUGhVS2xFWEtsZW9hNWY3NUVsb3lEbVlpSTZLbmtydXJSTXBuazgyN25qdkQ5ZWluS2x5dG43cElzWGxrN08zUjVweE1pSWlOeC9jYk50NnBVclI2VGZDL3Vrcm5ySXJKRUhDTkxSRVI1a3RmM2FDNVp5MDU2dFdwcHMySE5Lc2hrTW5PWFZLcm85WG9NSHpNQmY1MzZPMXZvaEJmSHpCSVZISU1zRVJIbElwZkw3YVN5OW9HMWF0YXM3N2QzSnlwVnJHanVra3FsbE5SVXZQUGVCN2dURXhzSzdRTk5aR1NrMXR3MUVWa1Mvdk9haUloeXM3T2ZBMGoxL3p2M1U0YllZbFNwWWtWOE1XYzJKRWx5aFYzbHo4MWRENUdsWVpBbElpSVROUnMwcUFvSjR6dTBid3V2VmkzTlhVNnAxODZyRmRxMzlZSWtpZkcxbE1yWHpGMFBrU1Zoa0NVaUloTmxwTEpUSlVqbHgzLzBvYmxMZVdWTUhEc2FnRlNoRE93K05uY3RSSmFFUVphSWlJeHFOMnpvSU1ud1VmdTJYbWprcGpKM09RV2kxK3ZOWFVLaHVUZFVvYTFYS3dCaXZMT3pleFZ6MTBOa0tSaGtpWWpJeUZwbk5RQ1FLbzRmWTNsUFl6dDA2SkJuZTU4K2ZYRG56aDE4K09HSENBb0t5bk9mWWNPR3dkL2YzL2o1NU1tVCtQamovRDBjSFRCZ0FFNmVQRm5JcXY4MWJ2UklRSklxU3VWay9WLzRaRVN2Q0d0ekYwQkVSQzhSU2RiRFRla0t0WHZEQWgzV3RHbFRHQXlHWE8wMk5qWTRjK1lNMXExYmh6Ly8vQk5idDI0RkFJd2VQUnJuejUvSHRtM2JvRlFxY3gyM2ZmdDJMRnUyRE5PbVRVUHYzcjBCQVBQbXpjT3BVNmVRa1pHQit2WHI0NU5QUGtIRGh2bXJVNUlrakJ3NUVudjI3SUc3dXp2UzA5TVJGUlZsM0o2UmtZR29xQ2pZMnRvQ0FHN2Z2bzNVMUZRRUJ3Y2I5NmxidDY1eGUzRm9yUEdBYTRQNkNBa042d0hnbTJMcmlLZ1VZWkFsSWlJQWdHTmRqMm9BV3IzOVZ2c0NIK3ZuNXdjaEJLS2pvL0hoaHg5aTQ4YU5xRmF0R2lUcDZiTThsaXRYRGp0MzdzU2NPWE5NMm9VUTJMbHpKOHFYTDIvU3J0Rm9NSEhpUkVpU2hCVXJWbURLbENrNGZQZ3dvcUtpY1BQbVRlVGs1T0Q0OGVPNGZmczJ0bXpaWWp6dXdZTUhHRGh3b0hFZTNKRWpSMkw2OU9sWXQyNmRjWis3ZCsvaTRNR0RxRlNwRWdEZy92MzdpSW1KTWRsbjJyUnBxRjY5ZW9IdlRVRjBhTjhXSWFIWHZXbzJhRkExSml6c1hyRjJSbFFLTU1nU0VSRUFvS3lOMUYyU1lQVld1ellGUHJaYXRXb0FnTXpNVEFEQWE2KzlCa2RIeDJjZTA2UkpFeHcrZkJnVEowNUU1Y3FWamUyblRwMUNUazRPYXRTb1liSi90Mjdkak45N2Uzdmp3SUVEeU1yS1FtSmlJc0xDd3FEWDZ4RVdGb1lPSFRwZzBLQkJ4bjM3OU9rREh4OGYxS3haMCtSOFU2Wk1RWVVLRldCdmI0OXZ2LzBXWGJ0MlJlM2F0UUVBUVVGQkNBNE9SdGV1WFZHMmJGbmpNUjkvL0RIT25qMExhK3QvZjMxbVpHUmd4b3daSm0xcGFXbll0Mjhmbkp5Y0NuQVhnUTcvYVl0djFxeTFzb0hkZXdEVzVlTVFvbGNheDhnU0VSSHd6NS9mdTlTc1VSMHFaWU1TNmMvZDNSMHVMaTdZdDIrZlNmdU9IVHZRczJkUDZIUzZQSTlMUzB2RG5qMTcwTEZqUjlqYTJxSng0OFlZTldvVTdPenNNR3JVS0ZoWldjSGIyOXY0RlJFUmdXSERoaGsvLy8zMzN3Q0FHemR1WU96WXNUaC8vanlPSGoyS3JLd3NZeC9IangrSEVBSWJOMjdFOU9uVGtaQ1FZTncyZS9ac25EaHh3dmpsNnVxS1JZc1dtYlE1T0RnVTZwNDBjbE9oUm5WSHlHUlMxMEtkZ09nVnd5QkxSRVFBQUNIZzJlei9tanh6T0VEUjlpZlF0MjlmN042OTJ6ampRR1JrSlB6OS9kR2pSdzhJSVV6MlAzYnNHUDd6bi8rZ2JkdTJlUERnQVdiTm1wWHJmTnUzYjhlaFE0Zmc1T1FFUHo4LytQbjVRYUZRWU1PR0RmRHo4MFB6NXMyTlQ0Mjl2THhRcDA0ZGpCOC9Ia3VYTGtYZHVuV041eklZRExDeXNzS1lNV1BRdVhObms1QmJuQ1JKUXRNbWpRRUptaExwa01qQ2NXZ0JFUkZCTHRkVWxpVFViRkN2Ymo3MkxqcWRPblhDeXBVcjhkZGZmNkZkdTNiWXNXTUhPbmJzYURMVTRKRldyVnJoeHg5L1JHeHNMRFp2M294aHc0Wmg4K2JOc0xPencvLys5ei9qbi9PSERoMktNMmZPSURRMEZBQ1FsWldGbXpkdklqVTFGU2twS1FDQW1KZ1lMRml3QURLWkRQWHExVU5LU2dvV0wxNk0zMy8vSFFDUW5wNE9tVXlHNzcvLzN0ai80Y09IUytTZU5LaGZGNERrNUZDdlhxWDc0ZUVwSmRJcGtZVmlrQ1VpSWhqS2lFWldrRkMvZnNrR1dWdGJXM1R2M2gwN2QrNUUwNlpOY2ZEZ1FheGZ2LzZwKzFhclZnM1ZxbFhEb2tXTDBMWnRXL3o5OTkrNGMrY09kdTdjQ1RzN08vejQ0NCtJaUlqQW5UdDNqQzlxM2I5LzM3ZzlKQ1FFblRwMWdoQUNiNzc1SnZyMjdZdng0OGZqMEtGRG1EMTdOcVpQbnc0OG5GWEJ3Y0VCQ3hjdXpGWEhmLy83WHl4ZXZOajQrV2xqWkF1ci9zTW53eFd0N1JyZEIwNFgra1JFcndBR1dTSWlna3hDSXdBbzZTZXlBTkNyVnk5czJiSUY2OWF0ZzFLcGhLdXI2M09Qc2JLeWdyVzFOY3FVS1lOMzNua0gvZnIxdzl0dnZ3MHJLeXNBUUwxNjliQmt5UkxnNGN0ZU0yZk9STTJhTlRGLy9ud0FRSzFhdGRDL2YzOXMzcndaU1VsSmlJK1BONTVicDlNaElpSUNVVkZSME9sMEpnSFZ4Y1VGdlhyMVFvc1dMWXh0QXdZTXdLaFJvOUM2ZFd0ajI0UUpFMUNtVEpsQzNZOEdELzh4SVlOMVF6RElFajBUZ3l3UkVVR1NvVllaR3h2VXJsVXpIM3NYTFVkSFI3UnQyeFpidG13eGVkTDV1QXNYTGlBK1BoNHRXN2FFRUFMcjFxMURoUW9WNE9ucGlRb1ZLdVRhUHpBdzBEakxRVnhjSEVhT0hBbHJhMnNrSlNXaFpjdVdBSUN0VzdkaTc5NjkyTEJoQTdwMDZXSTg5cGRmZm9HbnB5ZGtNaGtPSERpQUhqMTZHTGRObkRneFg5ZTBjdVhLQXQrSFI1eHExNEtOalRXeXMzTnFGL29rUks4SXZ1eEZSRVFRQXBVcVZxeFlZaTk2UGFsdjM3NXdkSFJFdTNidDh0eGVvVUlGYk51MkRkN2UzdWpac3lmdTNyMkwxYXRYNXhsaUFjRER3d1A3OSsvSC92MzdvVkFvc0hidFd1emZ2eDl2dmZVV0FDQWdJQUMvL1BJTDFxeFpBM3Q3ZStPTFpRa0pDVmk3ZGkyR0RCbUN3WU1INDd2dnZzUGR1M2VMOGNwems4bGtxRkMrQWlDSlNpWGFNWkVGNGhOWklpSUNnRXJseXBYTngyN1BKcGZMY2ZIaXhWenRJMGFNd0lnUkk0eWYxNnhaWTdKZG85SGcwS0ZESm0xNzl1d3hmcTlVS3JGdDI3WTgrOHpKeVhudXJBS1BnbXBxYWlxc3JLeWdWcXV4Y2VOR2xDMWJGbWZPbklHVGt4UHUzcjJMeVpNbm8zdjM3c2JWeHJwMDZZTHg0OGZEeDhmSE9NZHNTU2hYcml5U2txV0tKZFloa1lYaUUxa2lJb0lFVkN4ZnZweTV5eWlVbzBlUG9rMmJOc1loQTArcVhyMDZUcHc0Z1RadDJ1RHk1Y3RRcVZUQXcvbHFXN1JvZ1RsejVtRGt5SkVZTkdnUVdyZHVqWkVqUnhxUEhUdDJMSm8xYTRaUm8wWkJxOVdXMkRXVkwxY09BaEtmeUJJUkVSRTlqMEtwT2ZKK3Y4R2lOTWpPemhieDhmSDUydGRnTUJpL2o0Mk5mZXArcWFtcFJWSmJmblh2TTFESWxlcVNtZStMeUlMeGlTd1JFVUZBQ0R5eEFJR2xzckd4d2V1dnY1NnZmUjhmRTF5OWV2V243dmUwc2JqRlJZSjV4aW9UV1JvR1dTSWlnZ1FwSlMwdDNkeGxGRmhPVHM1VGw3SzFaR25wYVlBRUxvWkE5QndNc2tSRUJDR0psTFQwbHlQSTd0MjdGOTk5OTkxVHQyZGxaUm5IcTI3Y3VCR3JWcTNLYzcvTm16ZGorL2J0dWRxdlhyMXFYTERnMUtsVFdMNThPUUFnT3pzYlc3ZHVSWFoyZGhGZFNlR2xwYVZEQW9NczBmTncxZ0lpSWdJZ3BhYW5aNWl0ZDE5ZlgyUmxaY0hMeTh2WXB0VnFzV0hEQnRTb1VRTUhEeDVFV2xvYWREb2RiR3hzMEt0WEwzVHMyQkhidG0zRDY2Ky9qdURnWUtoVUtuejg4Y2ZQN0VlcjFXTHMyTEhZdUhFaktsU29BSDkvZitqMWVnQ0F3V0RBOWV2WE1XREFBSHp4eFJmNVdwaWh1S1NscFVNSUJsbWk1MkdRSlNJaUNKai9pV3pGaWhXeGV2VnF2UHZ1dThEREJRdHUzNzROSVFSYXRXcUYvdjM3bTZ5V05YLytmUFR0MnhlalJvM0NqQmt6VUw5K2ZlRGhVOWE0dURnRUJRVkJKcE9oVEpreWNITnpnNXViRzQ0ZE93YWxVZ201WEE0QUNBc0x3OXR2dncwQXNMT3p3N3g1ODdCbnp4N2N2My9mTFBjQUQ2Y0tTOC9JQUlCVXN4VkJaQ0VZWkltSUNESWgzZGJyOVlpUFQwQzFhdmw3VWFxb09UbzZ3dEhSRWJHeHNSQkM0STgvL3NDMzMzNkxIVHQyb0dMRmlpWWg5dGF0V3podzRBQzh2THd3YnR3NFhMcDBDWHE5SHJWcjE4YU9IVHZRdkhsejJOall3TXJLQ3FHaG9VaE1USVNibXh1dVhMbUN5NWN2bzAyYk5nQ0FqSXdNWExwMENVdVhMczJ6cGlWTGxxQlpzMllsZGc4QUlPNXVQQXdHQTRRUXQwcTBZeUlMeENCTFJFUXc2UFJYWkRaV0NBbTdicllnbTVLU2drR0RCdUhQUC85RVltSWk1czZkaTR5TXZJYzdPRHM3WTlDZ1FhaGR1elp1Mzc2TnQ5OStHM0Z4Y1lpTmpRVUF0RzNiRmtJSVdGdGJvMEtGQ3NiMjZkT25ZL3IwNlFDQW9LQWdmUExKSnpoOCtPV2E1U29rTkF6NDV4OFhRZWF1aGVobHh5QkxSRVJJVDg2K1VxR3FuYmdXRWlaNXRjcDdZWUhpRmg0ZWpxdFhyK0wwNmRPb1ZxMGEwdExTakVNQWZIMTlzWGJ0V3FTa3BNREJ3UUVOR3paRWd3WU5VTDU4ZWRqWjJhRmN1WEt3czdNclVIOUhqeDZGcTZzcndzUERjMjJ6dGJXRms1TlRrVjFiUVlTR1hZY1F3cENkWm4zRkxBVVFXUkFHV1NJaXdyMTdvYWtWcXFxalFxK0h5ODFWUStQR2plSHU3bzdUcDAralNwVXFHRGh3SU56YzNPRHI2NHV4WThmQzNkMGR5NWN2Tnk1dnUyN2RPbnovL2ZmUWFyVW9XN1lzc3JPek1YcjBhT0RoUzEwNm5RNUNDT1RrNU9UcVM2ZlQ0Y2lSSTBoTlRjWGl4WXRScnR5L3E1cmR2WHNYVmxaV1QxMFN0N2hkQzdzT1NGSkVUTXhGODcxOVIyUWhHR1NKaU9nZkV2elBucjhvRjBLWUxCUlFVb1FRV0xac0dYcjA2SUhZMkZqTW1qVUxZOGVPUlU1T2pzbjQyTWQ5K09HSGlJeU1STjI2ZFJFVEUyTnNYN2h3SVpLU2tpQkpFaHdkSFkwdmtEM2k1K2VIQ2hVcVlPalFvY2pLeXNLZ1FZT00yMGFNR0lFdVhib1U0NVUrblJBQzU4NWZoQ1RnYjVZQ2lDd01neXdSRVFFQWhBRUhZK1BpdWw4TkRrR2pocW9TNzMvbnpwMW8xcXdabkoyZFlXZG5oNGtUSnlJdUxnN0p5Y21vV0xGaTducUZ5UE9KN09EQmc5R3dZVVA4OU5OUHNMYTJ4Z2NmZkFCcjYzOS8zVDJhMW12MDZORm8zNzQ5K3ZmdmoxYXRXcUZPblRyWXZuMDd0RnF0MllKczBOVmczSTFQZ0JEaWtGa0tJTEl3WEJDQmlJZ0FBRGtpODRBUTBCODVkdHdzL1RkdjNoemp4bzB6ZnE1Um93WThQVDF4OWVwVk9Eczc1OW8vS3lzTGt5ZFBSdGV1WFRGNjlHajA3TmtUQU5DMGFWUGpVQUc5WG84UkkwWkFQTGI4N3VyVnErSGc0SUJPblRyQjF0WVdDeGN1eEpRcFUrRHI2NHVkTzNkaXhZb1ZrTW5NOCt2eDZMRS9BVUNuUzlmdE4wc0JSQmFHUVphSWlBQUFNV0ZoOXdDY092cUhlWUtzUXFHQXRiVTEycmR2ai9mZmZ4OEFjT1BHRFNRbUprS2hVT1RhLys3ZHUzanR0ZGRNMmd3R0F4SVRFM0hqeGczRXhzYmkyclZyTUJnTU9ILytQQURnMkxGajJMZHZIK2JQbjI4Y1BtRnRiUTE3ZTN0czNMZ1JLcFhLckV2ZUh2M2pUd2doVGtaSFh6WGZSTFpFRm9SREM0aUk2Ri9Dc0M4MExMek5wY3VCYUt6eEtMRnVLMWV1alBYcjEyUDkrdlhHdGpwMTZrQ24wOEhiMnp2UEo2VEJ3Y0ZRS0JTd3NiRkJwVXFWY1BQbVRRUUVCR0RPbkRrQUFBY0hCelJyMWd6dDJyWERnUU1IVUw5K2ZjeWRPeGNMRnk2RUpFbll1WE1uamh3NWd0allXQXdaTWdRclY2N0U1czJiMGJ0M2J6UnAwZ1J2dlBFR09uWHFoRXFWS3BYSVBiaDBPUkJoMThNaEFYdExwRU1pSWlLaTBxUm1nd1pWNVNwMTJ0QlI0NFM1eGNYRmlhNWR1NHA3OSs0SklZUUlDUWtSbzBhTkVrSUljZVBHRFRGeDRrUWhoQkFKQ1FuQzI5dGJ2UFBPTytMY3VYTml5NVl0SWl3c3pIZ2VnOEVnZXZUb0lYSnlja1JFUklRd0dBeGk2dFNwWXZMa3llTFlzV01pSnlmSHBOOTc5KzZKOWV2WGkyblRwb25zN093U3U5NmhINDRUQ3BVNnBaWlMrVm8rZmxSRVJFUkU5Q1M1U3IxWW9kS0lvS3ZCSlJiaW5pWXpNL09wMnpJeU12SjlucElNcElVUkVIUkZLRlFhSVhkVkx6TDN6NS9Ja25DTUxCRVJtZERteUpZS0lIM1Z0OStidTVSbkxuSlF0bXpaZkovSHhzYW1pQ29xSHF1Ky9SNENJajFiWk9hOVZpNFI1WWxCbG9pSVRNU0YreWRBaUZWSC8vZ1R4NDZmTUhjNXBkN3Z4MC9nMko5L0FVSmErZkNGT3lMS3A1S2Y4WnFJaUY1NmNybmNEbVVyWDNGOHZXcGR2ejA3OGRwckR1WXVxVlJLdkg4Zjc3ejNBUkx1SllhTHpHVDN5TWhJcmJscklySWtmQ0pMUkVTNVJFWkdhZzE2TVNRKzRaNXU5SVFwZVM3elNpOG1PenNibzhkUFFjSzl4QnlEMEE5aWlDVXFPQ3R6RjBCRVJDK25CNGwzYjlrN1ZFdU11M3ZYT3pna0ZKMDYvQWRXVnZ5MVVSU3lzckx3MGFSUGNQck1PZWlGK09oV1NDQVhRQ0FxQlA0L0VoRVJQZFdEeEx2bjdWOXoxRWRHM1dwLzZYSWcyclp1VmFDWHJDaTNlNG1KR0QzK1k1dzZmUVpDR0daRmhRUitiZTZhaUN3Vmd5d1JFVDNUZzhTN2YxVityZnFEMjlGM091elovNHVzcW9NREd0U3ZaN1psWEMyVlRxZkhudjBITVdyOHh3aS9jVk9uRjJKU1ZFamdNblBYUldUSitMSVhFUkhsaTR0UzAxSW1pUjJBNUZTelJnMzBmdjg5dk4yaFBWenIxek4zYVMrMTBMRHJPSHowRCt6ZXN3OHhzWEVBY01zZzlIMmlRb0wrWis3YWlDd2RneXdSRWVXYm82TkgrYktWTVZ5U3BCR1FKSGNBS0YrdUhHcldxSTVLOXBWZ3pURzBBQUNkWG84SEQxSVFHeHVIOUl5TWZ4cUZDQkpDck10T3RWa1hFM014dzl3MUVwVUdETEpFUkZRb0x2VWJxU1FyS3k5SlNCNUNFdFVsQ2ZaQ1NHWk5zbFl5bEFjQXZRSHA1cXhEa29SZUNEeVFoQlFuSkJFQWcrR3Z5TENnRUhQV1JFUkVSRVF2TVU5UHorT2VucDdIelYwSEVaVU1qdFFuSWlJaUlvdkVJRXRFUkVSRUZvbEJsb2lJaUlnc0VvTXNFUkVSRVZra0Jsa2lJaUlpc2tnTXNrUkVSRVJra1Joa2lZaUlpTWdpY1VFRUlpS3lXRTJhTktraGhQancwV2NoeEJBQWtDUnA0Nk0yU1pLK3YzanhZcXk1YWlTaTRzTWdTMFJFRnF0Smt5WTJCb01oWHBLa3lubHRGMElreTJTeWFoY3ZYc3dwK2VxSXFMaHhhQUVSRVZtc2h3SDFnQkFDUWdoaisyT2ZEekRFRXBWZURMSkVSR1RSaEJCN0pDbjNIeGdsU1lJUVlvOVppaUtpRXNFZ1MwUkVGaTB0TGUyd0VDTHR5WFloUkZwYVd0cGg4MVJGUkNXQlFaYUlpQ3hhZUhoNGxpUkpoMkE2cEFDU0pCMEtEdy9QTW5kOVJGUjhHR1NKaU1qaTZmVjZrK0VGRDcvbnNBS2lVbzVCbG9pSUxGNU9UbzRmQU8xalRWcXRWdXRueHBLSXFBUXd5QklSa2NVTERnNU9BM0FZLzc3a2RlUmhHeEdWWWd5eVJFUlVLZ2doOWo0YVhzRFpDb2hlRFF5eVJFUlVLZ2doRGdEUS96TmtWbi9BM1BVUUVSRVJFZVdicDZmbnI0MGJOLzdOM0hVUVVjbXdObmNCUkVSRVJlWGg0Z2o4YXlQUkt5TDNVaWhFUkVRV3FsR2pSbzVhcmRaR1oxVitQQUJZNjlNLzUxeXlSS1VYZ3l3UkVaVWF6dlU4M2F5c3hZK1E0QUVBUWlBQUJuMmZ5TENnRUhQWFJrUkZqMzkrSVNLaVVzR2xnY2NJbWJXNFlHOWZ5V1BOS2grc1dlV0R5dmFWMUxDeXV1amk2akhjM1BVUkVSRVJFWmx3cUZldmt0eFZ2VXVoMG9qZUE0ZUptTmhZOFVoTWJLem9QWENZVUtnMFF1NnEzdVZRcjE0bGM5ZExSRVJFUkFRWHBYc0x1VklkVWJkaFkvRzE3eHFoMCtuRmszUTZuZkJaNlN2cU5td3M1RXAxaEl2U3ZZVzU2eVlpSWlLaVY1ZE1ydlNZcVZCcGNscTI2eWpPbkx1UUs4QSs2Y3k1QzZKRjI0NUNvZExreUpVZU0vbWVDQkVSRVJHVktDZFgxNW9LbGZwM2hVb2pSbzZkSkpLU2s1OGJZaDlKU2s0V0k4ZE9FZ3FWUmloVW1xTXVLbFVOYzE4UEVSRVJFYjBDWEJxNGQxWW9OUW11Nm1aaXkvYWR3bUF3NUR2RVBtSXdHTVRtN1R1RnE3cVpVQ2cxQ1M0TjNEdWIrN3FJaUlpSXFMUnljeXNqVjNtc2tDdlZoZzd2ZGhmWFFzSUtIR0NmZEMwa1RIVHc3aTdrU3JWQnJ2SllBVGUzTXVhK1RDSWlJaUlxUldvcDFRM2tLdlZGaFVvanBuODZWMlJtWnI1d2lIMGtJeU5UVFA5MDdqK3pHcWpVRjJzcDFRM01mYjFFUkVSRVZBcklsUjZENVNwMW1rZlRWc0x2OEpFaUM3QlA4anQ4UkhnMGJTWGtLbldhY3dPUFFlYStiaUlpSWlLeVVLKzd1VlZ3VWFxM0tsUWE4WDdmUWVKMjlKMWlDN0dQM0k2K0k5N3ZPMGdvVkJyaG9sUnZmZDNOcllLNTd3TVJFUkVSV1JDbkJnMmJ5bFdhOERwdW51SXJuNVVpSnllbjJFUHNJems1T2VJcm41V2lqcHVuVUtnMDE1MGFOR3hxN3Z0QlJFUkVSQzgveVVYcE1WV2gwbVEzOStvZ1RwODVWMklCOWtsLy8rK3NhTzcxbGxDb05Oa3VTdlVVempsTFJFUkVSSGxTS0JvNXlwWHEzeFFxalJqNjRUaVJlUCsrMlVMc0k0bjM3NHVoSDQ3NzUwVXdwZnEzNnZVOFh6ZjNmU0lpSWlLaWw0aHpmZmUzRkVyMTNRWWVUY1dHVFZzTE5UZHNjVEVZREdMRHBxMmlnVWRUb1ZDcFk1M3JOK3BnN3Z0RlJFUkVST1puN2FMeStFcXVWT3ZiZCs0bXJsd05ObmR1ZmFvclY0TkYrMDVkaFZ5cDFydW9QTDRDWUczdW0wZEVSRVJFWnVCVXIxRmR1VXA5VnFIU2lLa3pQeFBwR1JubXpxclBsWjZSSWFiTStQVFJuTE5ubmV1NzF6SDNmU1FpSWlLaUVpUlhldlJWS05VcGpacTBGUHQrOFROM1BpMndmYi80aVVaTldncUZVcDBpVjNuME1mZjlKQ0lpSXFKaVZyTm1rM0p5cGZvSGhVb2p1dlhxTHlLamJwazdreFphWk5RdDBhMVgvMGN2Z20yb1diTkpPWFBmWDZKWGtaVzVDeUFpb3RMUHBaN2EwNmFzNGFoTUpudHI1TkJCV0xGa0lSd2NxcGk3ckVLcmJHK1A5OS9yZ3F5c0xQZ0hCSGxhbGRIM3RLOWMvZThIOSsvR21iczJJaUlpSWlvaXpxNGVFeFJLdGJacHEvYmlyMU9uY3ozZHpNN09MdEZGRDRyYVg2ZE9peVl0MndtRlVxMTFkdldZWU83N1RVUkVSRVF2cUpaUytacENxVDVZMTAwajNtalJVdHhMVE13ekNDNWF0RWpzM3IwN1YvdWVQWHZFbWpWcm5ob2d0VnF0eU16TXpIT2JqNCtQOFBIeHlWY1FMVWcvSVNFaFl2TGt5Ym4yaVUrNEp3WU9IeTBVS28xUUtOVUhheW1WcjVuNy9oTzlDamg5Q0JFUkZUbW5lbzNlcmxUR2VtKzJzQ28zZkZCL1hEaDdHcTg1T0NBZ0lBQkJRVUhvMmJNbjlIbzl5cGN2YjNLY3I2OHZzckt5NE9YbFpXelRhclhZc0dFRGF0U29nWU1IRHlJdExRMDZuUTQyTmpibzFhc1gzbi8vL1FMWFZ4VDlhTFZhdlBmZWV5WnR0YXBXUkZwcW1yYzJ4KzZtWE5tb1cyVElsVDhMWEJ3UjVSdURMQkVSRlNVcmhWSXpYd0RUeTVVclovWEJPNTNSczN0WCtGODRDNTFPaDBXTEZxRkRodzc0OWRkZkVSWVdodW5UcCtjNlFjV0tGYkY2OVdxOCsrNjdBSUN0VzdmaTl1M2JFRUtnVmF0VzZOKy9QOHFVS2ZQQ2hSYWtIeUVFTWpJeWtKV1ZCWVBCZ0l5TURKUXBVd2FIRHgvT2RkNkF3Q3VZK01uTVNsRzNvbjlYS0RXTEkwSXVmdzVBLzhJRkUxRXVNbk1YUUVSRXBZTkNwWEtSSzlWL1FjS3NidTkyc3RxMVl6dk9uVDJEMU5SVVdGbFo0ZkRodzdDM3Q4ZVFJVU9lZVI1SFIwYzRPam9pTmpZV09wME9SNDhleGRTcFU0R0g0ZlBKRUx0OSszWTBiOTRjYmRxME1YN3QzTGtUTzNmdU5HbHIzcnc1OXU3ZFc2aCs3dDI3aDJIRGhtSDI3Tm00ZE9rU2hnMGJoai8rK0NQUCt0VWVqWEJ3enc1MGU3ZVRGU1RNa2l2VmZ5bFVLcGNYdXJsRWxDYytrU1Vpb2hmbTdPclJFMEsycmx4Wk8vdjVuODlDajI3dklpb3FDajQrUG9pS2lvSk9wME9qUm8xUXAwNGRKQ1VsUGZOY0tTa3BHRFJvRVA3ODgwOGtKaVppN3R5NXlNakllT1l4M3Q3ZStQenp6NDJmbHk5ZkRnQ1lQSG15c1czbXpKbUY3dWYxMTEvSGpoMDc4UDMzM3lNa0pBUStQajdJek14RWNuTHlVMnZ5V2Z4ZnRHclpBbk8rK0xKbFpxWVU0T3pxTWVKV2FPQlB6N3dRSWlvUUJsa2lJaXEwMnJWcmw3VXE3N0JTSnBPTmNGTzVZdVhTUmFpamtDTXJLd3VMRmkwQ0hnYkd1TGc0NCtkMjdkbzljMmhBZUhnNHJsNjlpdE9uVDZOYXRXcElTMHVEWEM0SEhvNXRYYnQyTFZKU1V1RGc0SUNHRFJ0Q285RVVxdmFDOXZQVlYxL2h4SWtUcUZLbENnSURBM0grL0hrY1BYb1VBSkNhbW9xTWpBdzRPam9hejc5cTFTcjA3TjRWalRVZW1EQjFobjN3dGREZExrcVB0WkkyWlVKa1pLUzJVRVVUa1FrR1dhSlNTQWdoQ251c0pFbFMwVlpEcFZWdHBidTd0V1MxUXdMY2hnenNpeGxUSmhrRHFxMnRMZGFzV1FNQU9IcjBLQTRlUElpdnYvN2FlT3pqZitKL1V1UEdqZUh1N283VHAwK2pTcFVxR0Rod0lOemMzT0RyNjR1eFk4ZkMzZDBkeTVjdk41NS8rL2J0aGFxL29QMWN2MzRkUWdpa3BxYmlzODgrdzdScDB6QjgrSEFBd0crLy9ZYXpaOCthUEJWK3BJNUNqajAvYnNhaXBTdXdjZXVQSTBWWis1YTFsZTU5bzBPQ2dncFZPQkVaTWNnU0VWR0J5VjA5eGdDU2owUGx5blpMdjV5UGRtMWFtMnkvZmZzMmpoOC9EZ0FJREF4RVFrSUNObS9lREFDb1dyWHFNODh0aE1DeVpjdlFvMGNQeE1iR1l0YXNXUmc3ZGl4eWNuS2UraVRYejg4UHg0NGRNMzdPeXNvQ0FPemJ0OC9ZcHRWcTBheFpzMEwzOCsyMzM2Sno1ODd3OS9mSG5EbHpBQUJmZmZXVnljd0ZKMCtleExWcjEvRGhoeCthSEZ1bVRCbDhQbXNhV3IvWkFsTm5mdDd3ZmxMU09ibXJlbkprYU1DYVo5NE1Jbm9tdnV4RlJFVDU1dXpzWGtYdXF0NHJ5V1RmdnZsR2M3dEQrM2JsQ3JINDU4aytySzJ0WVcxdGpmRHdjTlN0VzlmNFdTWjc5cStlblR0M29sNjllbkIyZG9aQ29jRHExYXRSdFdwVkpDY25vMkxGaXJuMnIxcTFLa2FOR29VVEowNFl2M3IzN28zZXZYdWJ0QTBlUEJnT0RnNkY2aWMrUGg2eHNiRm8yclFwQUtCT25UcW9VS0VDZnZ2dE56ZzdPeHYzazh2bDJMSmx5MVBIenJacjB4cUg5dTFScGorMUFBQWdBRWxFUVZSRWkrWk43U1NadEZydXF0N3I3T3h1dVV1Y0Vaa1pneXdSRWVXTFV3T1AxbGJsWlFIV050YnZUWjAwRHB2WHI0Wmp0ZGZ6M0xkMjdkcm8xNjhmdW5YcmhvU0VCSXdkT3hiOSt2VkR2Mzc5MEtsVEo5U3FWUXV1cnE1NUh0dThlWE9NR3pmTytMbEdqUnJ3OVBURTFhdFhUVUxqSTIrLy9UYUdEUnYyM1BvLyt1Z2p0R25UcGxEOVZLdFdEWFBuenNYakkyOTI3OTZOZDk5OUYzWjJkdi9lSXljbk5HM2FGTnUyYlh0cUhZN1ZxbUhyaHU4d1plSTRXTnRZdjJkVlhoYmcxTUFqOTc4R2lPaTVPTFNBcUpSNjhPQUJ1bmZ2bnF0ZHE5WG1PUkg5NE1HRE1Yanc0Qktza0N5SVRLNVV6d0drMmJWcTFyQmFzV1FobW5qbTd3V3JiZHUyb1VtVEpxaGV2YnBKKytOLzRuK1NRcUdBdGJVMTJyZHZqNXljSEFEQWpSczNrSmlZQ0lWQ2dldlhyNy9nNVJTdUg2VlNpZERRVU9EaGYxOC8vL3d6ZnZ6eHgxem5IVEJnQUtaTW1ZSmh3NGFoYk5teWVmWXRrOGt3ZHRSd3ZOR3NDU1o5TXNzcCtrN3NjWVdyZWw1RWFNQi9BUmlLNUFLSlhnRU1za1NsbEwyOWZhNTVMaTljdUlEUFB2c01DeFlzUUpNbVRjeFdHMW1PV3ZVOGF0dFlZNnNrU1cwNnYvMFd2dnppYzFUSzQ4LzdlUWtLQ3NMbXpadXhZY09HWE50ME9oME1CZ05rTWhraUlpTFFzR0ZEQUVEbHlwV3hmdjE2ckYrLzNyaHZuVHAxb05QcDRPM3QvZHhoQ2ZuMW92M0V4OGVqZi8vK2VPMjFmMWFpdlhYcmxuRmNiZVBHamRHcFV5Y2tKU1U5TmNnKzBzUlRBNys5T3pIenMvbFd2eDc1ZmI1YzZmR2ZIQjBHM0FrUGpDNlNDeVVpSXJJMFQ2NERuNU9USTN4OWZVWFhybDFGbHk1ZHhQcjE2MFhmdm4zRlgzLzlsV3ZOZUhQWFRpOFBoYXRIVjdsS25hanliQzUyN1A0NTEvOVduc1ZnTUloZXZYcUozYnQzNTdrOU9EaFlORzdjV0RSdTNGajA2TkZEM0x0Mzc2bm5pb3VMRTEyN2RqWHVFeElTSWthTkd2WE0vbjE4ZklTUGowK0JhczVQUHlFaElXTHk1TW5Heit2V3JSTk5tellWWGw1ZTR1elpzd1hxNzBrLzd2cFpLRFhOaFZ5bFRsUzRlblExOTgrZnlCSVUrelE3R28xbXBDUkovWXE3SHlMNjE2VkxsOW8rK3Y2dnYvN0NpaFVyNE9ycWl0bXpaMlBxMUtubzM3OC83TzN0c1hUcFVwUXBVd1pUcDA2RlVxa0Uvbm1heExYaENXbFora0Nka0Uxd2JWQVBxNVo5aFhwMUZRVS9SMW9hS2xTbzhNeDlIajJWZlI2dFZtc3lGclc0RktZZklRU0thdGE2c09zM01QR1RHUWdOQzRjUVltWmtTTUNpSWpreFVTbFY3RU1MSG9aWURZREx4ZDBYRWYwck1EQVFpeGN2aGxhcnhiaHg0OUMrZlh1VDdSNGVIdGkwYVJQMjd0MkxNV1BHNE4xMzM4V1VLVlBNVmkrOW5HeXNiUUFVN2tIOTgwSXNIbzRWelkrU0NMR0Y3YWNvcDE2V3BFZjNIQUFFNTNRbU1qZFBUOC9qbnA2ZXg4MWRCOUdyUkFnaDR1UGp4ZDY5ZTRWT3B6UDU4K1dXTFZ0RVdGaVlTVnQ4Zkx3NGZ2eTRFQnhhUUk5NWthRUZMenVEd1NBTUJvTzV5ekRCb1FWRUJWZnMvOXA3RkdMOS9mM2JGWGRmUlBRUDhWZ2c5ZmIyUm5wNitsT2ZmR1ZtWm1MUm9rWEdhWW00c2hjOTd0K1h2V1FGZnRtckpBd1lNQUNUSmszQy8vM2YvejExbjdObno4TFgxOWU0SUFNQUxGNjhHSlVyVjhhb1VhTktxTktuUzBsTnhjelA1dVBYSTc5RENNTUp2dXhGbEgrY3RZQ29sTlByOWRpeVpRdWNuSnp5M0Q1dTNEZ1lESnp0aC9MMk1GQzFseXZWY3c3OTl2dnN3Q3RYQ3pUOTFzdmc4T0hEdVlKdXo1NDlNV2pRSUhUczJCRnl1ZHhzdFYzMHY0eEpuOHhDOUoxWXZTU0plWkVoZ1p4K2k2Z0FHR1NKaU9oNURKRWhBWE9jR25qOGZpY21abHVmUVNPY0pvOGZnOUVqaGhiWmRGalBjL1RvVVN4YnRpeFhlMUpTRXFaUG53NGJHeHVUZGljbko2eGR1eFk1T1RrNGZ2dzR2dm5tRzR3ZVBkcGtuMXExYW1IUm9uL2ZwV3JldkRtR0RoMWFqRmZ4TDRQQmdOVnJmOENLYjFaRHI5ZmQxaHRFLzl0aGdTZExwSE9pVW9SQmxvaUk4dVYyV09CSloyZDN0U2lyMjdCMHhUZnZuZjdmT1N4YnZPQ3BxM3NWcFE0ZE9xQkRodzY1MnA4M3RPRElrU01vVjY0Y2xFb2xKa3lZa09jK2oyWWRzTGUzTC9LNjgzSTNQaDRmVC84VS96dDdIc0lnOWhreURjTnUzd3BLS3BIT2lVb1pCbG1pVjhEdzRjT2YrdVFzT1RrWjc3Ly9mb25YUkpicDFqK0JxN3ZjMVdQTTMyZk8rcnp6M2dkMlM3K2NqM1p0WHI0VlZuTnljckI2OVdwSWtnUnJhMnRVckZnUlgzLzlOWll1WFdxeTM2NWR1K0R2NzQ4dnYveXkyR3M2ZnVJa3BzNzhIUGVUa3JRUTR1UEkwTURWeGQ0cFVTbkdJRXYwQ2xpL2Z2MHp4OGdTRlZSa2FPRHEya3IzVS9lVGszY01IelBCYmNqQXZwZ3haWkp4ZGF2aWNPTEVDZXpaczhlazdmYnQyL2ptbTI5TW5xWTZPRGhnenB3NTJMVnJGMnh0YmFIVmFnRUFOV3JVd01XTEZ4RWRIWTNhdFdzYjl6OXo1Z3pjM055S3JXNEF5TTdPeHFLbEs3Qng2NDhRRU1FNkdQcEVod1lGRld1blJLOEF6bHBBVkFvOVBtdEJkblkyYkd4czhqM1hKV2N0b0lLb1hidDJXYXZ5RGl0bE10a0lONVVyVmk1ZGhEcUs0bmw1S2prNUdmZnUzVE4rRmtJZ01URVJWYXRXTmRuUHhzWUdMaTR1bURGakJ0NTc3ejE4OGNVWDhQUHpBd0RNbXpjUFRrNU9HRFpzR1BCd3FkejI3ZHRqNDhhTnFGT25UckhVZlRNaUVoT216a0R3dFZBWURJWjFVbGJLK01qSVNHMnhkRVpFUll2enlCS1Z2QmVaeTlMY3RaTmxjbmIxNktsUWFwTGRQTjhRUCswOVVGUlRxejdUNmRPbnhjQ0JBNTg2SCt5REJ3OUVVbEtTZU9lZGQ0eHRmLzc1cCtqZnY3L3g4NFVMRjBTUEhqMktyY2JkZS9ZTE44ODNoRUtwU1haMjllaHA3cDhUVVdsVE1xK2JFbEdKa2w2QXVXc255M1FyTlBBblNGbnFqTXpNMDUvTStoeVRQcG1KdFBUMEl1M2p5SkVqT0h6NE1NNmNPWU5UcDA2aFJZc1dzTFcxeFMrLy9HTGNaOSsrZmNiNVlpdFZxcFRySE0yYU5jT05HemNRSHg4UEFEaDU4bVN1VmUrS1FscDZPaVo5TWhQVFpzOUJSbWJtYVVoWjZsdWhnVDhWZVVkRXJ6Z0dXU0lpS2hJUjE2NUZSWVlFZUVGZzRmNkRoL1h2OXVpRGdNQXJSWGIrUFh2MlFKSWtYTGx5QlFFQkFRQ0FLVk9tNEx2dnZvTmVyNGRPcDhPYmI3NkpMVnUySURvNjcvVUV5cFl0aStiTm0rUGF0V3NBZ0QvLy9CUC8rYzkvaXF4R0FBZ0l2SUozZS9UQi9vT0g5UkJZR0JrUzRCVng3VnBVa1haQ1JBQ0RMQkVSRlRGOVJNamwyVUtJRGxHM29tTjZEUmlLN3pkc2dzSHdZcU5Xa3BPVEVSZ1lpSll0VzVxMEs1VktiTnEwQ1ZaV1ZoZzVjaVR1MzcrUGdRTUhQbk1HZ2hVclZxQk5tellJRFEyRlhxK0hVcWw4b2RvZU1SZ0V2dCt3Q2IwR0RFWFVyZWdZUVBkV1JNamwyUUQwUmRJQkVlWENXUXVJaUtqSVJZVUdISytsVkhwSU9iYWJGaTFkNFgzeTd6TllzZVMvZU0zQm9WRG5TMGhJUU8vZXZWR3hZa1dVS1ZNR3NiR3h4bTFWcTFaRlhGd2NybCsvanRxMWE2Tk9uVHJ3OVBRME9mNlBQLzdBdkhuelROcDBPaDF5Y25LTXl6UFhxbFVMMjdkdkwxeDk5eEl4WmNhbk9IWDZEQ0NFWHc2eUJ0OEpDVWtzMU1tSTZPWEJsNzJJaUY1dHpxNGVFeFJLdGJacHEvYmlyMU9uWC9nRnFvaUlDUEhPTysrSU5tM2FpSGJ0Mm9sMjdkcUpsaTFiaW0rLy9UYlh2aysrN0ZVYy9qcDFXalJwMlU0b2xHcXRzNnRIM3FzdUVKRmxZcEFsSWlLWGVtcFBoVklkVXNmTlV5ejh5a2RrWjJjWGE3Z3NDZG5aMldMaFZ6NmlqcHVuVUNqVklTNzExSjc1dUJWRVZJUTRScGFJaUlwZFZIaUFmMWFLZFdPRFFXeGErOE5tOU9vL0ZGRzNicHU3ckVLTHVuVWJ2Zm9QeGRvZk5zTmdNUHlRbFdMZE9Dbzh3Ti9jZFJGUkVlTVRXU0lpZXB4YzZkRlhvVlNuTkdyU1V1dy9lTWpjRDFZTGJOOHZmcUpSazVaQ29WU255SlVlZmMxOVA0bGVaWHdpUzBSRUpTb3lKUEJIblU3dm1aYVJmbTdTSjdQd3lhelBrWkdaYWU2eW5pc2pNeE9melBvY2s2Zk5SbHBHK2ptOTNxQ0pEQW44MGR4MUVWRXg0aE5aSWlKNkNtc1hsY2RYY3FWYTM3NXpOM0hsYXJDNUg3WSsxWldyd2FKOXA2NUNybFRyWFZRZVgzSFdINktYQTUvSUVoR1J1ZWlpcmdWT00rZ05IU01pSXVONzlCMk1Ielp2dzh1MFVySVFBajlzM29ZZWZRY2pJaW9xenFEWGQ0cTZGamdOZ003Y3RSRVJneXdSRVpuWnJldEJ2eU5MNzVHZG5YM2tpMFZMTVh6MEJOeFBTakozV2JpZmxJVGhveWZnaTBWTGtaMmRmU1F6UitaeDYvcVZvK2F1aTRoS0VJY1dFQkZSUGtrdVNvK3BDcFVtdTdsWEIzSDZ6RG16RFNYNCszOW5SWE92dDRSQ3BjbDJVYXFuQUpETWZYT0lLRGMra1NVaW9wZUZpQW9KWEtyVDU3eDVOeUhoeG9CaG83QmsrU3JvZENYM1YzeWRUb2NseTFkaDRQRFJ1SnR3NzRaT24vTm1WRWpBTWdBdnozZ0hJakppa0NVaW9wZks3YkNyNTlPbGJJM2VZTmkyZXUwRzlCazBITkYzWW9xOTMrZzdNZWd6YURoV3I5MEF2Y0d3TFYzSzF0d091M3ErMkRzbW9wY1hoeFlRRVZGaHlaVWVnK1VxZFpwSDAxYkM3L0NSWWh0SzRIZjRpUEJvMmtySVZlbzA1d1llZzh4OTNVU1VQM3dpUzBSRUw2M0lrTUJOT1FLTlU5SlNMNDJiUEEwelA1c1ByVlpiWk9mUHpOUml4bWZ6TUc3eU5LU2twVjdLRVdoOEt5eHdjNUYxUUVURmlrR1dpSWhlYW5kQ0FzSWlwWndXQW9hdmQveTBSM1R0MVI4aG9kZGYrTHdob2RmUnJWYy83UHhwcnhBd2ZCMHA1YlM0RXhJUVZpUkZFMUhwd0tFRlJFUlVWRndhdUhkV0tEVUpydXBtWXN2Mm5jSmdNQlI0R0lIQllCQ2J0KzhVcnVwbVFxSFVKTGcwY085czd1c2lvcGNVZ3l3UkVSVWxKMWZYbW5LbCtwaENwUkVqeDA0U1NjbkorUTZ4U2NuSll1VFlTVUtoMGdpRlNuUFVSYVdxWWU3cklhS1hHSU1zRVJFVkE1bGM2VEZUb2RMa3RHelhVWnc5Zi9HNUlmYk11UXVpUmR1T1FxSFM1TWlWSGpNNU55d1JQUmVETEJFUkZSY1hwWHNMdVZJZFViZGhZL0cxNzNkQ3A5UG5DckE2blU3NHJQUVZkUnMyRm5LbE9zSkY2ZDdDM0hVVGtZVmdrQ1Vpb3VMa1VLOWVKYm1yZXBkQ3BSRzlCdzRUTWJGeHhoQWJFeHNyZWc4Y0poUXFqWkM3cW5jNTFLdFh5ZHoxRXBFRllaQWxJcUtTNE5MQVk0UmNxY25RTlBjU3YvMytoL2p0OXorRXBybVhrS3MwNlM2dUhzUE5YUjhSRmIxaUh4LzBLTVQ2Ky91M0srNitpSWpvMWVaY1Q5M1F5bHJhRGdrZUFBQ0JRR0hROTQ0TUN3b3hkMjFFVlBRNGp5d1JFWlVhdDhJRHJscnAwcHBaUVd5eGd0aGlwVXRyeGhCTFZIb3h5QklSVWFrU0hoNmVWZEZPNWxUUlR1WVVIaDZlWmU1NmlLajRNTWdTRVJFUmtVVmlrQ1VpSWlJaWk4UWdTMFJFUkVRV2lVR1dpSWlJaUN3U2d5d1JFUkVSV1NRR1dTSWlJaUt5U0F5eVJFUkVSR1NSR0dTSmlJaUl5Q0l4eUJJUkVSR1JSV0tRSlNJaUlpS0x4Q0JMUkVSRVJCYUpRWmFJaUlpSUxCS0RMQkVSRVJGWkpHdHpGMEJFUlBRaWhCRGlXWnVmZGF3a1NWTFJWMFJFSllWUFpJbUlpSWpJSWpISUVoRVJFWkZGWXBBbElpSWlJb3ZFTWJKRVJGUXEzTDE3RjEyN2RrWDE2dFh6M0o2VWxJUVpNMmJnblhmZUtmSGFpS2g0TU1nU0VWR3A0ZWpvaU5XclYrZTV6ZGZYdDhUcklhTGl4U0JMUkVTbFJtSmlJaFl2WHB6bnR2RHdjTHo1NXBzbFhoTVJGUjhHV1NJaUtqVWNIQnd3ZnZ6NFBMZXRXN2V1eE9zaG91TEZJRXRFUktWR1VsSVN2djMyMnp5M2hZV0Z3Y3ZMcThScklxTGl3eUJMUkVRV0x5d3NEQ2twS1JnK2ZEais3Ly8rTDg5OXJsKy9EbHRiV3dRRkJjSEp5UW1WSzFjdThUcUpxR2d4eUJJUmtjWGJ2MzgvNHVQakFRREJ3Y0VBZ1BUMGRGeTVjZ1hObXpmUHRYKy9mdjNnNmVsWjRuVVNrWVh4OVBRODd1bnBlZHpjZFJBUlVla2tIdVBqNHlQT25Uc25oQkRpK3ZYcm9rZVBIaUlsSmNYa0t5Y254N2kvdVdzbm9oZkRKN0pFUkZRcTZIUTZIRHAwQ0wxNzl6YTJ4Y1RFWU15WU1TYjd6WjQ5R3lxVnlnd1ZFbEZSWTVBbElxSlN3Yy9QRHpxZERwczJiY0xNbVRNQkFMVnIxOGJXclZ2TlhSb1JGUk11VVV0RVJCWXZQajRlMzMzM0hUWnUzSWlRa0JETW16Y1AwZEhSNWk2TGlJcVpWTndkUEJvZjYrL3YzNjY0K3lJaW9sZFBabWFtNk51M0x3WU5Hb1R1M2J0RHE5VmkvZnIxT0hyMEtPTGo0MkZyYXd0SmtpQkpFblE2SFhRNkhUNysrR084Ly83N2tDU3AySDhQRXBFRjQ4dGVSRVJVbklRUTR0S2xTK0paZERxZHlNbkpNWDd4WlMraTBvRmpaSW1JeU9JOWJ5b3RLeXVyRXF1RmlFb09neXdSRVZtMHg0Y0hORzdjZUtjUTRvTW50dSs2ZE9sUzd6d1BKaUtMeHBlOWlJaW8xTkRyOVhzZUgvYjY4UHM5NXF5SmlJb1BneXdSRVpVYU9UazVmZ0MwanpWcHRWcXRueGxMSXFKaXhDQkxSRVNsUm5Cd2NCcUF3M2o0TkZZSWNlUmhHeEdWUWd5eVJFUlVxZ2doOWo0YVhpQ0U0TEFDb2xLTVFaYUlpRW9WSWNRQkFQcC9oc3pxRDVpN0hpSXFQZ3l5UkVSVXFseStmRGxaQ0hFVXdMR2dvS0FrYzlkRFJNV0gwMjhSRVZHcEk0VFlJMGtTSDlZUWxYSU1za1JFbEl0Q3FSa3BnSDdtcnFPd0htaUZEYUNIWEtucFkrNWFDa3NDdGtlRVhGNXI3anFJWG1ZTXNrUkVsSXNBK2xXcVZLR3RtOUxWM0tXOGtvSkRRcEdTa2dZQURMSkV6OEFnUzBSRWVYSlR1dUxIVGV2TVhjWXJxZS9nRVRoejdxSzV5eUI2NlhIOEVCRVJFUkZaSkFaWklpSWlJckpJRExKRVJFUkVaSkVZWkltSWlJaklJakhJRWhFUkVaRkZZcEFsSWlJaUlvdkVJRXRFUkVSRUZvbEJsb2lJaUlnc0VvTXNFUkVSRVZra0Jsa2lJaUlpc2tnTXNrUkVSUGxrTUJqTVhRSVJQWVpCbG9pSWlvVVFBcEdSa1hsdTgvYjJ4cjE3OTRxc3I3dDM3NXA4OXZYMXhjcVZLMDNhWW1KaThqeDIyYkpsQ0E0T05tbGJ0R2dSTGw2OG1HdmZDUk1tNU5vWEFKWXVYWW9EQnc1Z3laSWwrUG5ubnd0NUZVUlVVTmJtTG9DSWlFcW5pSWdJREJzMkRLdFhyMGI5K3ZXUmxwWm0zQ2FFUUVwS0NxeXQvL2sxWkcxdGpZc1hMMkxPbkRuUTZYU29VS0VDQUNBaElRRlZxMVkxN3ZlNDl1M2JZOHFVS1FDQWhRc1hRcVZTWWZUbzBYblc4dXV2djJMSmtpVTRjT0NBOGR5UHVMdTc0OU5QUDhYdTNidGhaV1dGVTZkTzRmejU4eGczYmx5QnIzblFvRUdZTjI4ZXZMMjlZV2RuVitEamlhaGdHR1NKaUtoWTFLbFRCK1BHamNPa1NaTXdZOFlNZlBmZGQ4WnRpWW1KbUQ1OU9xeXNyQUFBR28wR00yYk13TVNKRTNIanhnMU1uVG9WQVBEbW0yL2l0OTkrdzRvVksrRG82SWkrZmZzQ0FINzY2U2RFUjBjYnp6ZDM3bHdNSGp3WU5XclVRTGR1M1V6cU9IdjJMQll1WElnbFM1WVlRNnkzdHpmMGVyMXhuNHlNREhoN2V3TUE5SG85c3JPejBiTm5UK1AySVVPR3dOSFJFZmZ2MzhmRml4ZVJrSkNBQlFzV21CeHZaV1VGVzF0YkFFQ1hMbDN3MDA4L3dkN2V2bWh2S2hHWllKQWxJcUppMDdOblQ5U3NXUk10VzdaRXUzYnRqTzNlM3Q1WXZYbzFxbGF0bXV1WXRMUTAzTDU5MjZTdFZxMWFKbTFoWVdIdzlQUTBmcTVTcFFxV0xGbUNzV1BIb20zYnRzYjJlL2Z1WWRxMGFaZzNieDdlZU9NTlk3dWZuMStCcmlNdUxnNzc5KzlIZW5vNm9xS2lvRkFvY1BUb1VlUDJwVXVYb2tHREJ1amF0V3VCemt0RUw0WkJsb2lJaXB4ZXJ6ZU9TVldyMWRpMWF4ZjgvUHlnMCtsZ2JXME5hMnRyOU83ZEc3VnIxd1lBSkNVbDRjQ0JBd0FBZjM5LzQvaFduVTRIQUtoYnR5NysrT01QNC9rREFnSXdjT0JBa3o1ZFhWMnhkKzllVkt4WTBkaFd0V3BWN05xMUM0Nk9qaWI3M3J0M0QxOTk5Wlh4aVRBZXZzalZ2WHQzdUx1N1krWEtsWmc1Y3lhT0h6K083T3hzZE96WUVhTkdqVUpRVUJCNjlPZ0JOemMzOU92WER3OGVQQUFBcEtTa3dNYkd4dmpVdVV1WExrOGQ1a0JFUllkQmxvaUlpbHhLU2dvKy9mUlR4TVRFWVB6NDhmamdndy9RckZrelRKOCtIU05IanNRYmI3eUJ6cDA3WTlPbVRVaE9Uc2FBQVFPTXg3WnUzZHBrYUFFQXVMbTVJVFEwRkRxZERxbXBxVWhQVDRlVGt4TUE0T1RKazVnL2YzNmVkZnp5eXkvRzc5UFMwakJwMGlUMDd0MGJtWm1adUhYckZuYnMyR0hjdm5UcFVrUkhSME9wVk9MVXFWTUFnTWpJU0dSa1pLQmp4NDdHL2M2Y09ZTVRKMDRnSVNIQitGVDI4U2V5aHc0ZFFsQlFVQkhmVVNMS0M0TXNFUkVWdVNwVnFtRFRwazFZdkhneDhQQ0o2NGtUSjdCZ3dRSnMzNzRkdFdyVmdrejJ6OFE1TmpZMm1EQmhndkhZWDMvOUZSY3VYQUFlZXlKcloyY0hWMWRYbkQ5L0h0SFIwV2pUcG8xeC85YXRXNXY4bWY5cFB2MzBVNVBQc2JHeG1EbHpwdkZ6U0VnSTVITDVVNCsvZWZNbVltSmljTzNhTlV5ZlBoMEFFQm9hYXJ5K3VMZzRoSWFHSWk0dUxwOTNpWWhlRklNc0VSRVZPM3Q3ZTlTb1VRUC8vZTkvTVhQbVRKUXJWODQ0QktCOCtmSjQrKzIzamZ0Mjd0dzUxeE5aUEJ4WHUyUEhEc1RFeEppOGFGVllEZzRPSnNNVHRtN2QrdFI5cjF5NWdvOCsrZ2cyTmpaWXZudzVQRHc4c0hqeFlxeGJ0dzU0T0dZM0tpb0sxNjlmUjF4Y0hCbzFhdlRDOVJIUjh6SElFaEZSc1Z1MWFoVk9uRGdCQUpnNWN5YXlzckp3Ly81OTlPalJ3N2pQbWpWcjhqejIyclZyRUVLZ1U2ZE8rUDc3NzFHM2JsMjR1cnFhN05PelowL2plTlduU1V0TGc3dTd1L0Z6UmtZR0xsKytiUHdjSHgvLzFHTVZDZ1VPSGp5SVdiTm1HYWNDazhsa1dMSmtDY0NoQlVSbXd5QkxSRVRGcm1YTGxoZzVjaVFBSURzN0d4OTk5QkhjM2QxTmd1SGR1M2NSR0JpSTRPQmdqQnMzRGhFUkVkQnF0Zmo2NjYvUnVYTm40R0VZdlhuekpsSlNVbENwVWlYaitYLzY2YWZuMXZEazBBS1pUSVl5WmNvWVArYzFWKzBqNWN1WHo5Vm1NQmlNVTMwbEp5ZkR4c1lHNjlldlIwWkdCdDU2NjYxODNCVWllbEVNc2tSRVZHd3lNek94ZnYxNnZQSEdHMmphdENtdVhyMktMNy84RXM3T3pwREpaQmcwYUJBbVRweUlkdTNhNGZyMTY1REpaSGp2dmZkUXIxNDkxSzlmSDk3ZTNsaXpaZzF1M2JxRmtTTkhZdDY4ZVRoOStqUm16SmdCSHgrZkYxcDB3TjdlM21TdTJFZXJrRld1WERsZnEzUEpaRExzMzc4ZjRCTlpJck5oa0NVaW9tSnovZnAxOU83ZEc0Nk9qaGcyYkJqdTNMbURFU05Hb0dmUG5wQWtDZWZQbjhmaXhZdng4ODgvWStYS2xTWmpaUjg1ZHV3WUZpeFlnQWtUSnFCMTY5WjQ0NDAzTUdiTUdBd1pNZ1RmZlBNTnZ2bm1HL3o5OTkvUHJlWEpvUVZQeXNyS01yNkFwdFZxVWFaTUdVUkhSNk42OWVyUTYvWFE2WFJJUzBzejd2TTBxYW1wSnRONkVWSHhZWkFsSXFKaXMySERCdGphMnVMcTFhdm8yN2N2MnJScFkvTG4vS1pObTJMSGpoMElEUTE5YWtBOGRPZ1E1cytmajlhdFd3TVBaemxZdFdvVmZIMTlVYWxTSmN5ZE96ZGZ0VHc1dE9DUm8wZVBZdS9ldmNqSXlNRGd3WU1CQVBQbXpjUEpreWZoNE9DQWxTdFhJakV4RVowN2Q0YUxpMHVlTXh0VXFWSUZPVGs1YU5XcUZZUVErUExMTC9OVkV4Rzk1RHc5UFk5N2Vub2VOM2NkUkVTVWYzS2w1bmlmUWNNRlBkMmRPM2VLN2R4OUJnMFhjcVdHdnp1Sm51UFpmeDhoSWlLaVBOV3NXZFBjSlJDOThoaGtpWWlJaU1naU1jZ1NFWkZGMGVsMGFOcTBxVW5iOHVYTHNYMzc5anozdjNYclZxN3hzUmN1WE1DNGNlT0t0VTRpS241ODJZdUlpRjU2Q1FrSlNFaElBQURvOVhvQVFIQndzSEg3L2Z2M0lZUXd0bGxiVzZOQmd3WUFnSk1uVDhMWjJSa0xGaXhBZW5xNmNmK0lpQWlUSldvYk5HaUFvVU9IbHVoMUVkR0xZWkFsSXFLWDNxVkxsL0RiYjc4QkFJUVFNQmdNeHVWaEFlREdqUnV3dGJWRmRIUTA4SEFCZ3krKytBSUE4T3V2djJMaHdvWFFhclhRNlhUQXc5WENmdm5sRjVNbGFpdFVxRkRDVjBWRUw0cEJsb2lJWG5vZE8zYUVzN096Y1duYU9YUG1HSU1xQU96ZnZ4ODFhOVpFbzBhTlVMWnNXV043U0VnSVVsTlQ0ZXpzaktpb0tHemV2QmtBa0ppWWlOallXT053aEZxMWFtSE1tREVsZmwxRTlHSVlaSW1JeUNJY09YSUV1M2J0Z3FlbnAzSDUya2NyZSszWnN3ZXpaOC9HMUtsVDBiQmhRd3dmUGh5MnRyYjQ0WWNmalBQVzNyOS9IN0d4c1pneVpZckplZS9ldll2MTY5Y3p5QkpaSUFaWklpS3lDS05IajBhZlBuMXc1Y29WL1BERER5YkwwK3IxZXRqWTJHRGx5cFhZdjM4L0pFbENVRkFRcmw2OWF2S0VOam82R2x1MmJERTViMFpHUm9sZUJ4RVZIUVpaSWlKNjZWMjRjQUVMRnk3RW0yKytpV1BIamtFbWs2RmZ2MzdHRjhDU2s1TXhiTmd3V0Z2LzgydnQ1TW1UY0hWMXhaUXBVL0R0dDk4YXorUGk0b0pSbzBhWm5EczJOaGErdnI0bGZFVkVWQlFZWkltSTZLV1hrWkdCVHo3NUJDcVZDa2VPSE1ISmt5ZU40MXQxT2gyOHZMd3dmdng0OU9qUnczaE1WbFlXVWxOVFRjNXo4K1pOTEYrKzNLUk5xOVdXMEZVUVVWRmprQ1Vpb3BlZWw1Y1hoQkNZUEhreXFsYXRpc3VYTDZOang0N0F3eGU2N096c2NQTGtTWk1nYTJ0cm15dkkxcXRYRDdObXpUSnBpNG1Kd2JKbHkwcm9Tb2lvS0RISUVoSFJTeThyS3d0ejU4NkZ0YlUxSms2Y2lCOS8vTkc0YmNlT0hSZzFhaFEyYjk2TWlJZ0lLQlNLcDU0bk5EUTAxK0lJV1ZsWnhWbzdFUlVmQmxraUlucnBiZHUyRFFDd2NPRkNCQVFFR0JkRk9IZnVIQzVmdm96WnMyZkRZREJnMGFKRjhQWDFOWTZWZlZMRGhnM3g1WmRmbXJUZHVYTUhDeFlzS0lHcklLS2l4aVZxaVlqb3BUZHc0RUI4OGNVWEtGT21ETTZkT3dkbloyZjQrL3RqMXF4WitQenp6MUcyYkZuMDZ0VUxlcjBlbjM3NnFYRUZyeWRaV1ZtaFlzV0tKbC9seTVjdjhlc2hvcUxCSjdKRVJQVFNzN0d4d2JoeDQrRHY3dzhYRnhjTUdUSUVreWRQeHR5NWM5R3NXVFBnNGJLMFBqNCttRHAxS3I3NDRnc3NXclRJZVB5MmJkdXdaY3NXcEthbW9sdTNiaWJuMXVsMFNFeE1STGR1M2JCLy8vNFN2ellpS2p3R1dTSWlzZ2pmZlBNTmhCQ1FKQWtBb0ZhcjRlam9hTEpQcFVxVnNHYk5HbVJtWmdJQXFsYXRpdDI3ZHdNQSt2ZnZiNGFxaWFnNGNXZ0JFUkZaakVjaEZrQ3VFUHVJVENiamNBR2lWd1NETEJFUkVSRlpKQVpaSWlJaUlySklETEpFUkVSRVpKRVlaSW1JaUlqSUlqSElFaEVSRVpGRllwQWxJaUlpSW92RUlFdEVSRVJFRm9sQmxvaUlpSWdzRW9Nc0VSRVJFVmtrTGxGTFJFUjVDZzRKUmQvQkk4eGR4aXNwT0NUVTNDVVFXUVFHV1NJaXlrVkEvSktTa29ZejV5NmF1NVJDc1pKUUFRRDBBbW5tcnFYUUpISEEzQ1VRdmV3WVpJbUlLSmVva0FBZkFEN21ycU93UEQwOWp3T0F2NzkvTzNQWFFrVEZoMk5raVlpSWlNZ2lNY2dTRVJFUmtVVmlrQ1VpSWlJaWk4UWdTMFJFUkVRV2lVR1dpSWlJaUN3U2d5d1JFUkVSV1NRR1dTSWlJaUt5U0F5eVJFUkVSR1NSR0dTSmlJaUl5Q0l4eUJJUkVSR1JSV0tRSlNJaUlpS0x4Q0JMUkVSRVJCYUpRWmFJaUlpSUxKSzF1UXNnSWlJcUtocU5acVFrU2YwQWFBQmNObmM5UkZTOCtFU1dpSWhLamNkRHJDUkpCOHhkRHhFVkx6NlJKU0lpaTlXa1NaTWFRb2dQSDMwV1FzZ0JKRXVTOUNlQVNvMGJONTRqU2RMM0Z5OWVqRFZ2cFVSVUhCaGtpWWpJa3QwVFFreVNKS2t5L25raSs2aDlMdjRKdHNtU0pDMDBZMzFFVkl3NHRJQ0lpQ3pXeFlzWGN3QWMrSC8yN2p5dXB2ei9BL2pyM082dHEzMUJTbFNVRXFtRWpKMFpTN0tNTFV2SmlOSlQwbThBQUNBQVNVUkJWTEtVSld0OExSRmpMRm5HSktFb0pNdFlRbU5maGdsaktVV29ocWlwVUVxYlc5MTd6KytQcWZQcjZrWVJpZmZ6OGZEZ2ZzNDU5Mzd1VWVlKzcrZThQKzhQeTdKZ1daWnJML2M0b25RZlFzaFhpQUpaUWdnaGRSckxzb2ZMamNSeUdJWUJ5N0tIYTZWVGhKRFBnZ0paUWdnaGRWcCtmdjRwbG1YejMyNW5XVFkvUHovL1ZPMzBpaER5T1ZBZ1N3Z2hwRTVMU2tvcVloZ21FcklwQldBWUpqSXBLYW1vdHZ0SENQbDBLSkFsaEJCUzUwa2tFcG4wZ3RKL1Uxb0JJVjg1Q21RSklZVFVlU1VsSlNjQmlNbzFpVVFpMGNsYTdCSWg1RE9nUUpZUVFraWRGeDhmbncvZ0ZQNS9rdGVaMGpaQ3lGZU1BbGxDQ0NGZkJaWmxqNVNsRjFDMUFrSytEUlRJRWtJSStTcXdMQnNCUVBKZnlxeUVscWNsNUJ0QWdTd2hoSkN2UWt4TVRBN0xzbWNCbkkrTGk4dXU3ZjRRUWo0OVdxS1dFRUxJVjZOMGNRUWFwQ0hrRzBHQkxDR0VFSTZ4dWJVYkM0eXA3WDU4cU5jaVZnQklZR1J1UGFxMisvS2hHQ0RzeWNPWTdiWGREMExxQWdwa0NTR0VjRmhnakxxNmFnOExjN1BhN3NvM0tmN2hJK1RtNWdNQUJiS0VWQUVGc29RUVFtUlltSnRoWDhpTzJ1N0dOMm4wdUltNC92ZnQydTRHSVhVRzVSRVJRZ2doaEpBNmlRSlpRZ2doaEJCU0oxRWdTd2doaEJCQzZpUUtaQWtoaEJCQ1NKMUVnU3doaEJCQ0NLbVRLSkFsaEJCQ0NDRjFFZ1d5aEJCQ0NDR2tUcUpBbGhCQ0NDR0UxRWtVeUJKQ0NDR0VrRHFKQWxsQ0NDR0VFRkluVVNCTENDR0VFRUxxSkFwa0NTR0UxS2pyMTY4ak5qWlc3alkzTnpkRVIwZFg2L25XcmwyTCtmUG5WMm5mRFJzMllNT0dEVlhhOThpUkl3Z01ES3gwZTFGUkVVUWlFUURnMGFOSG1EVnJWaFY3VEFqNVhQaTEzUUZDQ0NGZkY1WmxNWFBtVEN4ZXZCZzVPVGs0ZXZRb3QrM3g0OGRZdVhJbFZGUlV1RFpmWDEvczI3Y1BmL3p4QjVTVWxKQ1ptWW5idDI4REFCSVNFbkRvMENGb2Ftb2lLeXNMT2pvNkg5VTNmMzkvRkJVVm9WdTNibHliU0NSQ2NIQXc5UFQwY09MRUNlVG41ME1zRmtNZ0VHREVpQkVZTm15WXpIT0lSQ0w4K09PUGNwL2YwZEVScnE2dUg5VkhRa2pWVVNCTENDR2tSbjMzM1hkWXQyNGR0bS9mRGo4L1AvVHMyWlBiNXVYbEJWZFhWMWhhV25KdGFtcHFBSUI1OCtiQnlNZ0lLMWFzQUFEazUrZkQyOXNiZ3djUGhvbUpDV2JQbm8yQWdBRFVxMWZ2by9xbnBxYUdnSUFBREJnd0FBQ3daODhlcEtTa2dHVlpkT25TQlU1T1RsQlVWQVJLZy9MQ3drSVVGUlZCS3BXaXNMQVFpb3FLT0hYcTFFZjFnUkJTTXlpUUpZUVFVcU5ldjM2TnRtM2JJaUFnQVBuNStmRDA5T1MySlNjblk4T0dEVkJXVmdZQTZPbnBZZTNhdGR6MnYvNzZDejE3OW9SSUpNTE1tVE9ob2FHQjJiTm5RMGxKQ2NuSnlaZ3dZUUxXcmwyTHhvMGJJeXdzREpzMmJZSlFLT1NPTHlvcUFnQ1pVV0NSU0FSdmIyOE1HVElFQUtDcnF3dGRYVjJrcDZlRFpWbGN1SEFCVzdac1FYaDRPTlRVMUxnZ0ZnQXlNek14YmRvMEZCUVU0UFhyMTNCMWRZV3JxeXY2OU9uemljOGlJYVFxS0pBbGhCQlNZd29LQ3VEazVBUkhSMGVNSFRzVzE2OWZ4NWd4WTdqdFFVRkIrT0dISDJCb2FNaTFQWDM2bFB2M1gzLzlCUThQRDdpN3V5TWpJd1BMbGkxRFFrSUNBTURlM2g2dlhyMkNvNk1qbGk1ZENnQndjSERBa2lWTHVPUEw4bU85dkx5NHRnVUxGc2owTVRjM0Z5NHVMcmgwNlJLeXNyTGc0K09Ed3NKQ3VlK25RWU1HQ0E4UHg3WnQyL0R3NFVPc1g3OGViOTY4UVU1T1RxWG5RRjFkSFR3ZVRVRWg1SE9nUUpZUVFraU5VVkZSUVhCd01MeTh2TkM0Y1dQazUrZHpvNlFvelNFRmdMeThQSzZ0dUxnWUtMMk5uNWFXQmsxTlRkamEyb0psV1J3K2ZCanA2ZW5JeTh0RGl4WXQwTHg1Y3pnNk9rSkhSd2VabVprZjFNZWtwQ1RjdjM4ZlVWRlJhTml3SWZMejgyRmtaQVNVNXRCdTM3NGR1Ym01ME5iV1JxdFdyYkJtelJwY3Zud1pXbHBhaUkyTnhjMmJOM0gyN0ZudWZSUVdGa0pYVjVkNy9zMmJONk5CZ3dZZmVBWUpJZFZCZ1N3aGhKQWExYkJoUTRTRWhJRFA1ME1pa1dEMDZOR1ZqbEE2T2pyQzFOUVVBTUF3RER3OFBCQWNISXhWcTFaeCswUkVST0RCZ3djVktoZjg5ZGRmSDlTL3RtM2J3dExTRWxGUlVkRFMwc0xZc1dOaFlXRUJmMzkvZUhoNHdOTFNFaHMyYk1EV3JWc0JBSW1KaVdCWkZubDVlVmk4ZURIbXpadUhDUk1tQUFCT256Nk5HemR1eUl3S0UwSStId3BrQ1NHRTFMakl5RWcwYjk0Y1ptWm1TRXRMUTBCQVFJVjlJaUlpOE9yVks1azJlM3Q3Yk5pd0FSczNidVFtVklsRUlwU1VsT0RpeFl2Y2ZtWGJUcDQ4aWZQbnozUHRsZVhJZHVqUWdYdk1zaXo4L1B3d2RPaFFwS2VuWStIQ2hmRHc4RUJKU1lsTWZteVpMVnUyd043ZUh0SFIwVnhLdzVvMWEyUXFGMXk1Y2dVUEhqeUF1N3Y3QjU0eFFzaUhvRUNXRUVKSWpRc0xDNE83dXp2TXpNd2dGb3NSRlJWVllaOW56NTdKM0pJSEFFVkZSU2dxS21MOCtQRVlOV29VR2pWcXhJM0l6cDQ5R3lVbEpWelZndnIxNjJQU3BFa3k1YTdrNWNodTJiSUYydHJhM09QOSsvZWpRNGNPYU5xMEtZUkNJV2JNbUlHTWpBems1T1J3RlJUS3ZIanhBdW5wNldqZnZqMmlvNlBSckZrenZIanhBcWRQbjhiMDZkUHg1TWtUQUlDUmtSRVdMbHdJUjBkSGFHcHExdGg1SklTOEcyV2pFMElJcVZHNXVibElTa3BDbXpadEFBQlNxUlR4OGZFVi9yeDgrVkxtdVAzNzkyUFVxRkZvMkxBaEZCUVU0T0xpZ3JTME5HNzdvVU9INE8zdERZbEVBZ0RvMDZkUGxXcTJUcDA2RmQyN2QrY2UyOW5aeVZSUzBOUFRnNDJORGU3ZnY0K21UWnZLSE51d1lVUDQrUGlBWVJpdTdlREJneGd3WUlCTXRZUW1UWnFnZmZ2MjJMdDNielhQRmlIa1k5Q0lMQ0dFa0JwMTU4NGRORzdjR1BYcjE0ZFlMSVpRS01UaXhZc3I3QmNXRmlienVIZnYzbWpkdWpVc0xDd1FFQkNBN3QyN1ExOWZuOXMrZlBod25EdDNEbjUrZnBnM2I5NEg5OC9ZMkJoOFBoKzlldlZDU1VrSkFPQ2ZmLzVCVmxZV2pJMk5rWmlZS0xPL3ViazVIajE2QkpTV0Z2djk5OSt4YjkrK0NzL3I3T3lNMmJObnc5WFY5YU5yM1JKQ3FvWUNXVUlJSVRYcTl1M2JzTEt5NGg0ekRJUDY5ZXNEQUNRU0NVcEtTc0RuODVHV2xvYVdMVnR5KzJscmE4UGEyaHIzN3QzRDhlUEhFUjRlRHBabDhlTEZDL0Q1ZlBENWZLeGV2UnBqeDQ3RjRNR0RZV1ptVnUyK2FXcHFJaWdvQ0VGQlFWeGJzMmJOSUJhTDRlRGc4TjZ5V1M5ZXZJQ1RreE8zd3Rpelo4KzR2TnEyYmR1aVg3OSt5TTdPcGtDV2tNK0VBbGxDQ0NFMWltVlp0R3ZYVHU2MndzSkNPRG82Z21WWmFHcHF5cDBjWldKaWdvMGJOK0xSbzBmdzh2S0NvcUlpbC91cW82T0QvZnYzVjhobHJTb25KeWM0T1RuSnREMS8vaHp1N3U3dzhmRjU3L0dtcHFZd05UVkZVRkFRQWdNRFVhOWVQWmtGSGQ2dXJFQUlxZU5zYkd3dTJ0allYS3pDcm9RUVFtcVprYm4xeFZFdUU5alA3Zm56NSt6cjE2OHJ0RXNrRWxZcWxYN3kxMy96NWsyMWova1UvUnJsTW9FMU1yZW16MHhDcW9oR1pBa2hoTlM2aGcwYnltMy9YQ3RrbForNFZWWGxKNEFSUW1vSFZTMGdoQkR5eldCWkZpekwxblkzQ0NFMWhBSlpRZ2doZFk2enN6TnUzYnIxem4xdTNMZ0JGeGNYbWJZMWE5WmcyN1p0bjdoM2hKRFBoUUpaUWdnaFg2VlRwMDVWbUhRMmZQaHdoSWFHSWprNXVkYjZSUWlwT1pRalN3Z2g1SXQxOXV4WitQbjVWV2pQenM3Ry9QbnpJUkFJWk5xYk5HbUM3ZHUzYzB2YS92YmJiNWc4ZWJMTVBvMGJOOFl2di96Q1BiYXpzOFA0OGVNLzRic2doSHdxRk1nU1FnajVZdlh1M1J1OWUvZXUwTzdzN0l5Wk0yZFdXdWJyekprelVGWldocm01T2FaUG55NTNINVpsd1RBTU5EUTBhcnpmaEpEUGcxSUxDQ0dFZkZWS1Nrb1FFQkFBaG1IQTUvT2hwcWFHNE9CZ1dGaFl5UHk1Zi84K2R1L2VqY2FORzlkMmx3a2hINGhHWkFraGhIelJMbCsrak1PSEQ4dTBwYVNrNExmZmZwTVpUZFhXMXNiU3BVdHg0TUFCS0NrcFFTUVNBUUQwOVBSdysvWnRwS2Ftd3NEQWdOdi8rdlhyc0xDdytJenZoQkJTMHlpUUpZUVE4a1d6c3JLU0dUVmxXUlpaV1ZuY3NyZGx5dkpsNCtMaU1IZnVYUGo2K2dJQStIdytldlRvZ1RObnpzRFYxUlVBSUJhTGNldldMWGg2ZW43VzkwSUlxVmtVeUJKQ0NQbWlhV3BxUWxOVGszdDg3ZG8xQkFRRUlDUWtSTzZpQkFzWExvUlVLcFZwNjlHakI3WnYzODRGc25mdjNrV0RCZzNRckZtenovQU9DQ0dmQ3VYSUVrSUkrYUtkT1hNR3AwNmR3dlhyMTNIMTZsVjg5OTEzVUZKU3d2SGp4N2w5amg0OWl0RFFVQUNBdXJwNmhlZm8wS0VEL3Zubkg3eDQ4UUlBY09YS0ZmVHExZXN6dmd0Q3lLZEFnU3doaEpBdjJ1SERoOEV3RE83ZHU0ZTdkKzhDQUdiUG5vM0F3RUJJSkJLSXhXSjA3dHdadTNmdlJtcHFxdHpucUZldkh1enM3UERnd1FNQXdLVkxsL0Q5OTk5LzF2ZEJDS2w1Rk1nU1FnajVZdVhrNUNBMk5oYWRPbldTYVRjM04wZElTQWdVRkJUZzV1YUdWNjllWWV6WXNWaTFhbFdsejdWeDQwWjA3OTRkang0OWdrUWlnYm01K1dkNEI0U1FUNGx5WkFraGhIeXhYcjU4aVpFalIwSk5UUTJLaW9wSVQwL250dFd2WHg4WkdSbElURXlFZ1lFQm1qVnJCaHNiRzVuakwxeTRnR1hMbHNtMGljVmlsSlNVb0h2MzdrRHBBZ2xoWVdHZjZSMFJRbW9TQmJLRUVFSytXS2FtcHBneFl3WUFvRnUzYnZEdzhFQ1BIajNBNC8xM1E3R29xQWpPenM1UVVWRUJBRmhhV3NvYzM2dFhMOHFGSmVRclJvRXNJWVNRT3NISXlBZ25UNTZzMHI2YW1wcFYzcGNRVW5kUmppd2hoQkJDQ0ttVEtKQWxoQkJDQ0NGMUVnV3loQkJDQ0NHa1RxSkFsaEJDQ0NHRTFFa1V5QkpDQ0NHRWtEcUpBbGxDQ0NHRUVGSW5VU0JMQ0NHRUVFTHFKQXBrQ1NHRUVFSkluVVNCTENHRUVFSUlxWk1va0NXRUVFSUlJWFVTTFZGTENDRkVSdnpEUnhnOWJtSnRkK09iRlAvd1VXMTNnWkE2aFFKWlFnZ2hIQmJzOGR6Y2ZGei8rM1p0ZCtXREtQQ2dBZ0FTS1FwcXV5OGZqR0VqYXJzTGhOUVZGTWdTUWdqaFBIMTRkejJBOWJYZGp3OWxZMk56RVFDaW82TjcxblpmQ0NHZkh1WElFa0lJSVlTUU9va0NXVUlJSVlRUVVpZFJJRXNJSVlRUVF1b2tDbVFKSVlRUVFraWRSSUVzSVlRUVFnaXBreWlRSllRUVFnZ2hkUklGc29RUVFnZ2hwRTZpUUpZUVFnZ2hoTlJKRk1nU1FnZ2hoSkE2aVFKWlFnZ2hoQkJTSjFFZ1N3Z2hoQkJDNmlSK2JYZUFFRUlJK1ZDMnRyWjZMTXU2bHoxbVdkWUlBTnEyYmJ1MHJJMWhtRzIzYjk5T3I2MCtFa0krSFFwa0NTR0UxR1daTE12T1pCaEdFLzhGcldYdFB2Z3ZzTTFoR09ibld1d2ZJZVFUb3RRQ1FnZ2hkZGJ0MjdkTEFFU3dMQXVXWmJuMmNvOGpTdmNoaEh5RktKQWxoQkJTcDdFc2U3amNTQ3lIWVJpd0xIdTRWanBGQ1Brc0tKQWxoQkJTcCtYbjU1OWlXVGIvN1hhV1pmUHo4L05QMVU2dkNDR2ZBd1d5aEJCQzZyU2twS1FpaG1FaUladFNBSVpoSXBPU2tvcHF1MytFa0UrSEFsbENDQ0YxbmtRaWtVa3ZLUDAzcFJVUThwV2pRSllRUWtpZFYxSlNjaEtBcUZ5VFNDUVNuYXpGTGhGQ1BnTUtaQWtoaE5SNThmSHgrUUJPNGY4bmVaMHBiU09FZk1Vb2tDV0VFUEpWWUZuMlNGbDZBVlVySU9UYlFJRXNJWVNRcndMTHNoRUFKUCtsekVvaWFycy9oSkJQandKWlFnZ2hYNFdZbUpnY2xtWFBBamdmRnhlWFhkdjlJWVI4ZXJSRUxTR0VrSzlHNmVJSU5FaER5RGVDZnRrSklZUjhGWFNidDJuNFdpU3h6QzRzYWFYYnZFM0QydTRQSWVUVG94RlpRZ2doZFpxeGNXdGRLQ25NWXhsbXNsQkpTUmtBV0tab2dyRzUxVllVU2RZOGVYTHZlVzMza1JEeWFkQ0lMQ0dFa0RxcGlabVp2cEdaMVNaV2lmOUVSVVZsMWhTMzhjcFhML3lCcXhmK3dCUzM4Y29xS2lxeldDWCtFeU16NjQxTnpNejBhN3UvaEpDYXgxUmhuNDlpWTJOekVRQ2lvNk43ZnVyWElvUVE4dlhUYjk2NmlVQ2dNSjhIVEZCVlV4V09jeDZOQ1M3TzBOVFVrTmt2TytjMWdrUDJJR1R2UHVUbjVZdWtRSkJZelA3eWIxSnNhcTExbmhCU295aVFKWVFRVWljWUc3YzBaSVdLM2d5TDhlcnE2a28valIyRDhTNWpvS0d1L3M3alhyL094YzdkWWRpMU93eTV1YmxGTElPZFJhTGlYOUtmUEhqNjJUcFBDUGtrS0pBbGhCRHlSV3RxYXRtTTRTa3M0UEhnb3FHaHJqaGhuRFBHT1krR21xcHF0WjRuTHo4ZklYdjJJU2hrRDE2L3ppMldTaEVLU0g5KytpajJ5U2ZyUENIa2s2SkFsaEJDeUJmSm9Ia3JFNzZBL3orR1laeTBORFVGRThlUGhjdVlVVkJSVWY2bzV5MG9LRVJvV0RoMjdOeU43SnljRXBabDk0cEx4Q3RULzdtZlZHT2RKNFI4RmhUSUVrSUkrYUkwTnJkcUlRRHpQNGJCR0IxdExiNmI2emc0ajNhRWNyMTZOZm82aFcvZVlNKytBOWdlSElLc1Y5bGlsa1ZZQ2RpVi96NjhtMUNqTDBRSStXUW9rQ1dFRVBKRk1EUnQzWkpSNEM4Q01MSkJBeDJGeVJOK3dwaVJ3eUVVQ2ovcDY0cEVJdXdKUDRodHdTRjQrVEpMQW1BL0t4R3ZlSnA0NzhFbmZXRkN5RWVqUVBZek1EYTNkbU9CTWJYZGoyOFpBNFE5ZVJpenZiYjdRUWlwcUVuTE5xMFZ3Q3dHaStHNnVnMTVreWY4aEZHT3d5QlVVdnFzL1JBVkZTSDh3Ty9ZR3JRTHo1Ky9rSUxCSVFsWTM1UUhzZmMrYTBjSUlWVkdnZXhuWUdSdWZWRmRYYldIaGJsWmJYZmxteFQvOEJGeWMvTXZKVCtNK1daL0JnbjVFaG0zYUdVbDVmRVhNOEFRZmIxR3ZNbHU0K0U0YkFpVUZCVnJ0VjlGeGNVNGNPZ0l0dTdZaWJUMERDa0xIT0ZKeGI1UEV1N2ZyZFdPRVVJcW9KVzlQaE1MY3pQc0M5bFIyOTM0Sm8wZU54SFgvNzVkMjkwZ2hKUXlOR25UbGxIQUVwWmhCalZwck05TWNYUEZpS0dESVJBSWFydHJBQUFsUlVXTUhUTVNvMFlNeGNIRHgzZ0IyNE9IcGY2Yk50VEl6T29ZSzJGOW55YkYzcW50UGhKQy9rT0JMQ0dFa00raVNRdnI5andldTRRQkhKbzJNV0NtdWsvQXNCOEhncy8vTWorS0JBSUJ4b3djRHNkaFArTDNvOGVaTGR1Q2ZueVdranJZME56cXBGVEtMRTlKaUxsWjIzMGs1RnYzWlY0OUNDR0VmRFVNelMyL1l4aUZ4V0RaZmthR1RSbVBTUlB4NDBBSDhQa0t0ZDIxS3VIeitSZzVmQWlHL1RnUVJ5Tk9NdjdiZ2dZa1AzM21ZTlRTK2hRZ1haNzhJUFo2YmZlUmtHOFZCYktFRUVJK2lhWXRyTHJ3ZUZqQ01FenZaa2FHOEpqc2hrRU8vYUNnVURjQzJMZngrWHdNSHpvWVF3WVBRTVNKUHhqL3dCMzJqNU9mMmh1Wlc1MlZTckg4V2NMZHE3WGRSMEsrTlJUSUVrSUlxVkdHWmxZOUdRYUxHWWJwYWRLOEdUd25UOFFBKzc3ZzhYaTEzYlVhb2FDZ2dDR0RCMkR3d1A0NDhjZHAvTFoxUisra2Z4NzNOakszdWdnd3k1TWZ4bHlxN1Q0UzhxMmdRSllRUWtpTmFOclM4Z2NGOEpZQVRGY3pVeE40VG5HRGZaOGZ2cG9BOW0wOEhnK0RIT3d4d0w0di9qaDlEcjl0M2Q3elVXSlNUK09XVmxja1l1bnlaNGx4NTJxN2o0Ujg3U2lRSllRUThsR016SzM2QXN3U0J1alUwcndGcGsxeFI5OGZlb0ZoUG5tRnh5OENqOGVEZzMwZjlPL1hHNmZQWHNEbXJkdTZQbmlZY05iSTNEb0tZSmNuUDd4N3VyYjdTTWpYaWdKWlFnZ2hIOFN3WldzSEJncUxHVEIyclMxYVl0cFVkL3pRcy9zM0U4QytqV0VZOU92elBmcjI3b1Z6Rnk1amM4QzJUdmZpSDV3eWFtbDFnNFhFOSttRGV5ZHJ1NCtFZkcwb2tDV0VFRkl0eG1adEJyRU1zNFFCWTJ0bDJRclRwcnFqWjdldTMyd0EremFHWWRENyt4NzRvVmQzWEx4OEJac0R0dG5kamJ0L3dzamM2amJEc3N1ZlBJcU5xTzArRXZLMW9FQ1dFRUpJVlRDR3BsWkRHRDRXQTR5MXJYVWJUSnZpanU1ZE85ZDJ2NzVZRE1PZ1Y0OXU2TldqR3k1ZitRdWJBN2JaM29tSlBXYlUwaXFHbFdENTA0UzdSd0d3dGQxUFF1b3lDbVFKSVlTOEM5UFV6SEs0QXNOYkRJYXhiRzlyZzJsVDNOR2xVOGZhN2xlZDByMXJaM1R2MmhsWG82NWpjOEEyNjV1M293OGJtMXZGU1ZpcDc3TkhjWWNvb0NYa3cxQWdTNzRvVXFuMHE1M2hURWhkWVdGaG9SZ2ZIODhhbWJjWkRvYTNpQUVzT25ab2gybFQzUEdkWGZ2YTd0NUhLeWtwQWNNd3RiS2lXSmRPSGRHbFUwZGN1M0VUbXdPMldWNy8rOVlCbzViVzhZRFVOL2xCN0FFQTBzL2VLVUxxTUlvWTZvaUxGeS9pK25YNWk4ZnMyTEVEUzVjdWxidnQ4T0hEbUR4NXNreWJSQ0xCMEtGRGNmTm0xVmRYL1Bubm54RWFHb3JzN093SzIvTHo4K1VlYyt2V0xiaTZ1bGI1TmJadDI0WU5HelpVZVg5Q3lJZHAyN1p0U3hzYm0vaEtOaXNvQ0pST21MZTJlc1l3dkxBdTM5bFo3TjhkaExCZDI1R1Jsb3JBd01CS243ZW9xQWdpa2FoQ2UxNWVIbXh0YlpHWGwxZWwvb25GWXFTbHBlSG16WnM0Y09BQVhyMTZoVVdMRnVIUW9VTXkrMG1sVXJuWHBQZlp0V3NYTm0vZUxIZGJhR2dvd3NMQ0tyVGZ2MytmdTlaZHZYcVZ1MVlWRnhkano1NDlLQzR1ZnUvcmJ0aXdnVHZ1Tzd2MkNOdTFIZnQzQjZITGQzWVdESGo3ak15dDdqYzFzM0lHb0dCdGJUMnhiZHUyUHBVOWw1R1JrZERBd0tCZTFkODFJVjhuR3BHdEl4aUd3ZHk1Y3hFUUVJRFdyVnRYNlpqbno1OWowNlpOME5IUmtRbG11M1RwZ3BTVUZBUUZCU0VvS0FnQW9LcXFpblhyMW1IbnpwMElEdytIUUNDQXRiVTFWcXhZQVFCd2RYVkZaR1FrcGt5WmduYnQybUhPbkRrQWdPenNiQXdmUGh5aG9hRm8zTGh4bGQvUHNXUEhjT0hDQlptMjdPeHNQSHo0RU0rZVBaTnBGd2dFV0xkdVhaV2ZteEJTa1pHUmtWQkxTMnN6ajhlYnlySXN5a2IrcksydE96RU0wekUxTlhXYmlyYStNOFBETEFrTFU1UG16YkhNWndtdS9YVVZWeTVmQXNQKy8wQ2hTQ1JDY0hBdzlQVDBjT0xFQ2VUbjUwTXNGa01nRUdERWlCRVlObXhZdGZ2bjcrK1BLMWV1NE5XclYzajE2aFYwZEhSZ1pHU0VKazJhd003T1R1NHhzYkd4bUQ5L1BueDlmZEdoUXdjQVFLOWV2U0FXaTdtSlowVkZSWmcwYVJMR2p4OFBsSDd4M3J0M0x4bzBhSUQ0K0hpMGJOa1NzMmJOZW1mZlJDSVJQRHc4c0d2WExxaXFxaUk2T2hvU2lRUW9EYVlURXhQaDdPd01YMTlmbUptWlZldDl0N2R0aTkxQlczRW41aTRXTGx4ay9pdzFkYmRwSzZ0VnhSTDJyQkxEcHRqYTJpcExwZElGTE1zKzVmRjQ0d0Jvc0N6TEIxRE1NRXhBYW1wcTVkOHNDUGtHVUNCYlIvVG8wUU5PVGs1WXRXb1Y5dXpaODk3WndabVptZkR3OE1ELy92Yy9DQVFDbkQ5L0hyNit2a2hOVGNXRUNSTnc3Tmd4WEx4NEVSa1pHWmc5ZTdiTXNhNnVybWpldkRtT0hqMktTNWN1WWNlT0hkdzJlM3Q3bVE4cExTMHREQjA2Rk11WEwwZGdZQ0NLaTR0UldGZ0lsSDVnU0NRUzVPVGtBS1cxRnRYVjFRRUFqeDgvaG9HQkFRWU5HdlRPOTFGVVZBUjNkL2NQT0dPRWtQS1NrNU5GV2xwYXFpekxMcFJJSkljVUZCUWt0cmEyQXFsVTZsOWNJbjJzcmF2dnJjRGpOZWpZcVF1MDFlckJya043dExXMndyVy9ya0pOVFEwQkFRRVlNR0FBQUdEUG5qMUlTVWtCeTdMbzBxVUxuSnljb0tpbytGSDlHeng0TUJ3Y0hLQ3RyWTE1OCtaaDVNaVI2Tm16NXp1UHNiYTJ4dkxseTdGZ3dRTDQrdnFpVTZkT0FJREl5RWlvcXFvQ1FJVVI1UFhyMTJQMDZOR1lOR2tTdkwyOVlXcHFDcFNPc21aa1pDQXVMZzQ4SGcrS2lvcXdzTENBaFlVRnpwOC9EM056Y3hnWkdRRUFFaElTMEtkUEh3Q0FVQ2pFc21YTGNQandZYng2OWVxRDMzOWJheXNNZE9pSFY2K3ljZmJjT1lNWFdhL0hGNG5aYkI0a2xvb0NYZ25Mc2d6THNpZno4dkkySkNVbEZYM3dDeEh5bGFGQXRnNXhjM09EbzZOamxVcmNQSC8rSEJNblRrUjJkalpTVWxLUW1KZ0lQejgvQUlDWm1SbDM2eXc2T2hwMzc5NkZsWldWM09mcDJMRWpOd0o4NXN3WkpDVWxRVlZWRlNrcEtYanc0QUg2OU9tRGlSTW5ZdGl3WVRoLy9qd0tDZ3JnNStjSEhSMGRpRVFpNU9Ua3dOWFZsUnNoT1hic0dBQmd3SUFCRUFnRU1ESXlRa1JFQkdKaVlyQmt5UklBd0tOSGo3QjA2VktFaDRkRElwRmcxYXBWTlhZT0Nmbkd6V1paOWkrR1ljNEJFQmNVU3dMNURHTmVJSWExVFd0em1EWXp3dXJWdjJEMTZ0VXlCK25xNmtKWFZ4ZnA2ZWxnV1JZWExsekFsaTFiRUI0ZURqVTF0WThPWWdIQXdNRGdnNDZ6czdQalJsZ2xFZ2tLQ3d1aHJLd3NkOTluejU0aElpSUMzYnAxZzZlbkorN2N1UU9KUkFJREF3T0VoNGZEenM0T0FvRUFDZ29LZVBUb0ViS3lzbUJoWVlGNzkrNGhKaVlHM2J0M0J3QVVGaGJpenAwN2xkNHBXcnQyTFpLU2tyQnAweVlJaFVLdXZham92L2p6Nk5HalhKdElKSUszdHplR0RCa0NBTEN5YW9NM2J3cWhwQ1RFalZ1M3RmNU5UUm1TWFNoOVZrOEFWVVVGOWlRRnNZVElva0MyRHNqSnljR2pSNDhBQUkwYk40YUdoZ2FTa3BLNDdWbFpXWGo5K2pXM1Q5bCtyVnExZ3B1Ykc5emQzVEZ5NUVpNXo4MHdEQklURTJVQzJhMWJ0NExQNThQT3pnNUNvWkM3RUt1cXFpSXVMZzRGQlFYdzh2TENtREZqQUFCS1Nrb0lDQWlBbnA0ZUlpTWo4ZjMzMzJQSmtpVzRkZXNXdG16Wmd1RGdZS1NscFdIS2xDbmNhL2o1K1NFNU9Sa292WkNYbEpRZ0tpb0tLTTJQeTh2TFE3OSsvYmo5aFVJaHZ2dnV1eG83cDRSOGd4Z2VqNmRlVkZRMG9nUzhTVUkrWXltV01tM2J0YmZGbEVrVDhUdzlEUWtKQ1hJUHpNM05oWXVMQ3k1ZHVvU3NyQ3o0K1Bod2QxNnFvL3p2ZEpsZHUzWnhvNkxWSVpWSzRlM3RqZkhqeDZObHk1WUFnSFBuenNIRXhFUm13cWlTa2hJU0VoS1FrcElDZFhWMXVMaTR3TURBQUNrcEtlalRwdzh5TWpLUW5wNE9sTjc1WWxrV2ZENGZxcXFxWFB2OCtmTXhmLzU4QUVCY1hCem16cDJMVTZkT3ZiTi9TVWxKY0hCdzRMNmdvelJIRmdDOHZMeTR0Z1VMRnNnY1YvNWNkKzdZQWRZMmszSG9TRVRUR3pldU54V0oyZStNek5xd3laTENZRkJBU3doQWdXemRrSkdSZ2FOSGp5SXBLUWs5ZXZUQXVISGpaQ1pGcGFlblF5UVN5YlNOR2pVS1BYcjBBQUNFaElTZ1hqMzVjd0tTazVOaGFHZ28weloyN0ZnWUdSbmh3b1VMbURsekpoNDhlQUE5UFQwTUhUb1VqeDgveHB3NWMrRGc0SUNoUTRkeXh6UnAwcVJhNzJucjFxM2N2eTlldklnSER4NWc2dFNwWEo4MmI5N01qU0FUUWo2ZWxwYVdlb2xZY2hROHZwRVNqMUZTRlBEUnh0SWN5a29LU0htYS9NNVIxYVNrSk55L2Z4OVJVVkZvMkxBaDh2UHp1ZHZzL3Y3KzJMNTlPM0p6YzZHdHJZMVdyVnBoelpvMWNwL24wS0ZEM0MzL01zckt5aWd1THBZSmNnc0tDbkQvL24wSUJBS3VyYkN3RUJjdlhzU1dMVnNBQU5PblQ4ZkFnUVBoNmVtSitmUG5RMUZSRVN0WHJzVDY5ZXRsbnQvZTNoNHhNVEZZc0dBQnhvd1pBMlZsWmFpb3FFQW9GRUpaV1ZsbXhMUXF6cDQ5Q3pNek01bkJoREpLU2tyVnZoYStUZDY1N3RqT0dzWk45WEhpeEFrdFlVbkpGaHVvYlpGYVc3L2lNY3lsNk9qbzZpY2tFL0lWb1VDMkRqQTNOOGVxVmFzUUdCZ0lzVmdNVlZWVm1VQnd4NDRkU0VsSndiSmx5K1FlYjJ4c0RBME5EYm5iNUZVY1VGRlI0WEpaTjI3Y2lCczNidUQzMzM4SFNrZEc2OWV2ejAyY0tPUG41MWZsU1dobGR1N2NpWDM3OW5FZlZpZFB5cTdlMktkUEh3d2NPQkRUcGsycjF2UFdKclowRmczNWZCaGFUdXFkREF3TTZ2R1ZkU2FEUGErMTZ3QUFJQUJKUkVGVXg4d3RFUFAwSFByMWdhMVZLOXkrZFJPYk5tM2k5anR5NUVpbHo5RzJiVnRZV2xvaUtpb0tXbHBhR0R0MkxDd3NMT0R2N3c4UER3OVlXbHBpdzRZTk10Y2xlVlJWVmFHbXBsYWhYVUZCZ1VzN0FvQVpNMmJBMmRrWjdkdi9mNm12bFN0WHd0TFNrc3VyRndxRkVBZ0U4UGYzaDRLQ0FuUjBkTEIrL1hybzYrdmorZlBuTXMrL1lNRUM2T2pvZ00vblk4ZU9IZGkyYlJ0RUloSHExYXVINHVKaWJqS3NTQ1NDV0N3R3k3SW9LU21wMEUreFdJd3paODRnTHk4UHExZXZsa2xoZVA3OE9SUVVGTEIzNzk1M25vUDNlZGU1bmpkM0xqUTB0TERxbDFWNDlqeGJXeUtSZm1kazFtYW11T0JWWUdwcTZwdVBldUZLMERYdDg2TnJXdlZRSVBzTjZOaXhJM1IxZGVWdWt6YzVZZWZPblZCU1VvS2xwU1VBSUQ0K0hpWW1Ka0JweFlPWW1CaUl4V0taR293WEwxNUU1ODZkOGVMRkMvejExMStZUEhreTh2THlrSnFhaXNtVEo4c3RUVk5jWEF4SFIwZE1uRGdSS0EycVdaYmxQdWpDd3NLUWxwWldRMmVCa0crTHZyNnRza0M5WkNyRE1IUDRQQVhkSDNwMVE0dG1odERSMWticzNSaThmUGtTb2FHaEFJRDY5ZXUvODdsWWxvV2ZueCtHRGgySzlQUjBMRnk0RUI0ZUhpZ3BLYW1SL0ZnQU1nSHVtemR2VUw5K2ZaazJQcDhQSlNXbENvR3d2cjQrbmo1OUNtMXRiUVFFQk9EbXpadlExdGFXMlNjeE1SRTdkdXpnS2dxNHU3c2pPVGtaelpzM2w3bkcvUHp6ejhqT3pnYkRNTkRWMWVVbXQ1VTVlZklrVkZWVk1YNzhlQlFWRmNIRnhZWGJObkhpUkF3Y09MREMvdWZQbitjZVY1WWpXMVp4QVZVNDEwMmJHcUNGcVFsMjdQQ0dmK0FPdldNbi90Z0FOUjF2UTNQdGRTVzVnaTFwYWJlcm4vTkJTQjFHZ2V3M0lEUTB0TkxiWnlrcEtXaldyQm4zbUdWWnVMdTdvMm5UcHR6Rjl0eTVjNWc3ZHk2ZVBYc0diVzF0bUp1Ylk4K2VQZmpwcDUrQTBnK0p3c0pDdEd2WERwR1JrYkMwdE1Ua3laTVJIeCtQOFBCd3pKa3pCeTlmdnNRdnYvenkzbjZxcTZ2RDJkbTVSdDgvcVQwU2lRUUtDZ3ExM1kxdlNnTUxDMVVWVnVEQnNKTFpDbnhCZ3g4SDlvZkhwSW5nSy9EdzU1OS9BcVczcnkwdExia3ZvKzliaEdULy92M28wS0VEbWpadENxRlFpQmt6WmlBakl3TTVPVGx5UjFnL0JzdXlTRXRMUThPR0RhdTBmMVJVRlBidTNZdmR1M2NEcFZWWDNxNkdNbTdjT0pubmx6Y2lPMjdjT0xScTFRcUhEaDBDbjgrSG82T2p6SmYxc3BKamt5ZFBScTlldmVEazVJUXVYYnFnV2JObUNBc0xnMGdra2dsazY5ZXZqMG1USnNuVTBwYVhJN3RseXhhWndMdXE1N3Fac1JIOGZsbUJhVlBjNFIrNFEvZm84Y2kxUEhYSlBDTU5LNzhDcHNUL1pYeTgvQUxmaEh4bGFFR0VPdXA5aXhtd0xBdXhXSXpodzRkajllclZxRmV2SHZ6OC9HVCthR2hvWU42OGVXamR1alhFWWpGUU9oSlNQcC8yeXBVcnlNN081a1puVVZvOVlmdjI3WWlMaXdOS1IyTzdkKzhPUHArUHJsMjdZdWJNbVRBeE1ZRyt2ajZFUWlGTVRFeGdhMnRiYWQ1Y21lam9hRnkrZkJtcHFha3k3YTlldlpKYlpQMFQ0OXZZMkRUNDNDLzZ0aGN2WG1EdDJyV1Zicy9Nekt5UjE0bUxpOE9DQlF0dzgrWk52SDBuVVN3V1YzciszZHpjY09QR2pVcWZkOCtlUFhJTHp5OVlzQUNSa1pIdjdkZWpSNCtxdGFqR3QwemJ4RVRkME16NmZ5cXNZcktBTC9qRmNmaVBEYzVISHNYYW41ZkR5TEFwREF3TU1HYk1HQXdlUEJndlg3NkVoNGNIeG93Wmd6Rmp4cUJmdjM1bzNMaHhwVFZRN2V6czRPbnB5VDNXMDlPRGpZME43dCsvajZaTm05Ym8rNGlOallWUUtFU2pSbzJxdFArTkd6ZlFzV1BWbDhzdEtpcUNsNWNYQmcwYWhNbVRKMlA0OE9FQWdQYnQyM09wQWhLSkJCTW5UcFQ1WFFnSUNJQzJ0amI2OWVzSEpTVWwvUHp6ejVnOWV6YjgvZjJ4Zi85K2JOeTRVZVlMUVo4K2ZhcjBzenQxNmxTdUdnSSs0RndiR1RiRjJwK1g0M3prVVRnTy83R0JnQy80UllWVlREWTBhL00vYlJNVDlTcWZtR3E2ZVBFaVJvMGFWZVg5UlNJUmtwT1RjZVhLRlJ3NGNBQW9uZnhYTnVtM1RHNXVydHkwanVvcUxDeUVsNWNYSWlNanVaSHc4aXBieUNjd01CRCsvdjRmL2ZybHpaa3pCM2Z1M0pGcHk4bkp3WUFCQXo1b1FROGlpMFprNnhDV1paR1RrNE5GaXhZaE5qWVd4NDRkcTdRVTErWExsN25iaGp0MzdrUnFhbXFGZXF6eDhmRjQ5dXdaZC9IOTlkZGY4ZSsvLzZKVHAwNlFTQ1RJenM3R2loVXJNRzdjT0psUnRSWXRXbURNbURIdzlQUkVXRmdZVHA4K2pSa3paZ0NsZFdXMXRMUXE5RWRSVWJIQ2gyUy9mdjI0MXo1NThpUmV2bndKTFMwdFpHZG53OERBQVBiMjlpZ3BLVUZZV0JqVTFOUmtSbFUrQlNNakk2R21wbVpmaG1HR0FCZ0k0R2NBMVo1eE5tVElFTHg0OGFMSyszdDZlc0xlM2g2OWUvZUdqbzRPQ2dzTDRlRGdnUG56NTJQRGhnMjRkdTBhL3Y3N2IyNy9SbzBhY2NIaHNtWExvS1dsaFlVTEYwSW9GR0wvL3YxWXYzNTloWkkvNVZlRjY5eTVNL1QxOVpHV2xvYnc4SEEwYWRJRUxWdTJoSU9EQXc0ZlBveDE2OVpoeFlvVjNFenl6WnMzUXlRU1ZaaGQvVDVpc1JnSER4N0VyNy8rV3FYOWx5NWR5dFVjTGxOUVVJREhqeDl6UDEvbE9UbzZvblBuenRYcTA5Zkl5TWhhRTBMTUFNUE9VQlFJdElZUEdZUXBicTR3YUt3dmQvKzllL2ZDMXRhMlFxQlkvdmIyMjR5TmpjSG44OUdyVnk4dXlQam5uMytRbFpVRlkyTmpKQ1lteXV4ZmxpWlUvakhlRVR5VTVidUtSQ0tzV2JPbXlnc3FTS1ZTUkVWRlZhdEUzL1BuejZHam8xUGhlYkt5c3BDVGs0UDA5SFM4ZnYwYVVxa1VOMi9lUkljT0hYRCsvSGtjUFhwVXBvWTNuOCtIaG9ZR2R1M2FoZSsvLzU0YkRQaFkxVDNYWlpvMk1jQXZ2a3ZoT2RrTkFkdURkUTRkaVZqQmxEQ3pOVnBhYldEZk1KdVRrMk55NUI3NENVMmJOZzFwYVduSXlzcENYbDRlREEwTjBiaHhZeGdhR2xZYXJCNDVjZ1JuejU3RjZ0V3IwYmh4WXlRbEpXSFVxRkZRVVZIaDlpa3NMRVJ3Y0RBM3dPTHA2WW1VbEJUazUrZkQwOU1UUTRZTWdiS3lNdHpkM1hIeTVFa0VCUVZod29RSjZOKy9QMUE2UU9Qdjc0ODllL1pVZVpuaTU4K2ZjOGRYeGViTm03bTZ4ZzhlUEVDREJyTGpJdUhoNFdqWHJoMjB0TFNRbHBZR2ZYMzV2Ni9rL1NpUXJVTVNFaEx3NTU5L1l2VG8wVGh3NE1BNzY4bjI2TkVEUFhyMFFFWkdCcFl2WDQ2K2ZmdFdtS0RsNE9DQXpaczNjN2VycEZJcDd0Njlpd1VMRmlBMk5oYWFtcHJvMjdjdkJnMGFCSWxFZ3BjdlgzTDVjRk9tVElHV2xoYXlzcktRa1pGUjZjbzc3NktucDRkYnQyNWgvZnIxZVBic0dYNzk5VmVzV2JPR0N3SzF0TFFnbFVvUkhSMzl5UlpGYU5hc21ZYTZ1cnBEYWZEYWoyRVlia3IxaDA1eUNBa0pnVlFxdTF6Nm1ERmpNSFBtVExuQmdsQW9oRWdrUXNPR0RYSHk1RWtzWGJvVXBxYW1PSFhxRk02ZlA0K2xTNWR5aGVHWExGa2lNeXQ2N2RxMThQSHh3WlFwVTdCejUwNmdOTUFydjhqRjI2TlZhbXBxT0hqd0lOemMzSURTMmQvbGM2VTNiZG9rYzF2WHhjVUZJMGFNUU8vZXZkR3VYVHZrNXVaeTcwOHNGcU9nb0lBTFFKV1ZsYm1ma1lpSUNMUnQyeFlHQmdhSWo0K1hHV1VxS0NqQWxTdFh1RHFjR2hvYThQUHpxL0RoOXZUcFUremN1Wk9yYUZGZVpYbmYzd3FEVnEyMEZhUjhMNGJGTkVVbFJRM0hZVDlpeXNUeDBOT3JmQ1F6TGk0T29hR2hDQTRPcnJCTkxCWkRLcFdDeCtQaHlaTW5hTldxRlFCQVUxTlRaaFZBL1BkN0E3RllEQWNIQjdscENVT0dES2xRbmtzb0ZIS2puMitiTzNjdXVuYnRpcmx6NTBJZ0VIQnBTKzl6NTg0ZHZIbnpCbTNhdE9IYU5tN2NXR0VSaFBKM0x1TGo0MkZzYkF5QlFBQjFkWFU4ZnZ3WWQrL2U1WmI1MXRiV1JvY09IZEN6WjA5RVJFVEExTlFVUGo0KytQbm5uOEV3RFBidjM0OHpaODRnUFQwZFAvMzBFMzc5OVZlRWhvWmk1TWlSc0xXMVJjZU9IZEd2WHo5dXdteDFmTWk1ZnB0QlkzMnM5RmtFajBrVHNYWEhUcTBEdng5ZFhzd1d6elpzYWJWWmtpZmVrSnA2LzhOWGJhaW1hZE9tUVZsWkdkcmEydWpldlR0Q1FrTGVtNG95YnR3NE1Bd0RGeGNYYnVUVzFOUVUrL2J0NC9ZcHUzYVY1K2ZueCtVakJ3UUU0SysvL3VLMnpaa3pCOWJXMXR6akxsMjZJQ1FrQk1IQndYQjNkMGRoWVNFM2owTWtFc2tzNUtPb3FBaGxaV1hvNnVweWQ1L0tyczNsNzVhZFBYc1daODZjNGRvVUZCU1FtcHFLbEpRVVpHWm1JalUxRldscGFkeUF6ckZqeDdCcjF5NEF3UExseXpGczJERDA3dDM3QTg0eW9VQzJEckcydG9henN6UGF0bTFicGYzRHc4TVJHaG9LSnljbk9EazV2WGYvcDArZnd0RFFFTWVPSGNQMjdkdmg1ZVdGSDMvOEVWZXVYTUhzMmJPaHBLVEVqYTd4ZUR5TUdUTUdKU1VsV0xkdUhaU1VsS3IxWGhZdlhvd0xGeTdBMU5RVWd3WU53c0NCQXlFUUNEQjQ4R0NzV0xHQ0s2RlRXRmlJVnExYXdkYld0bHJQL3k1dDJyUnB5T1B4QnBjR3I5OHpES05ZRnJPVy9WMzZKZUdEWm83Syt3QmpHQWFxcXFyUTFOU1VlMHo1Vy9lM2J0MUMvLzc5c1hyMWFtemJ0ZzN6NTg5SG8wYU5FQmtaaWJ5OFBKbWdUaWdVNHBkZmZzRy8vLzRMbE42V3EyN080ckpseTdqbE5zZU9IUXVHWWNEajhYRG8wQ0g4OE1NUDBOSFJ3ZFNwVTdGMjdWcUVoNGRqOU9qUjRQUDVVRkJRUUVaR0J0YXRXd2VoVUlqTXpFeDRlM3VqZi8vK0tDZ293SzVkdTdCdDJ6YUVoNGZqNGNPSE1rc1NMMWl3QUYyN2RxM1NDRWU5ZXZXcXZlem4xMHkvUll2NmlqemxXWXlFOVZRU0N0VkdqUmlLeVJOK2dxN3V1M05LV1phRnI2OHZaczZjaVJZdFdsVFlYcmJNS3Y2N084SFZiWlozL1hqKy9EbmMzZDNoNCtNajk3WE9uajFiN2ZjVkdCZ0lvVkNJTld2V1ZIa0NXWEZ4TVJ3Y0hHUkcxV2JPbkZscGp1emp4NC9ScEVrVENJVkNhR3BxNHFlZmZnTExzdkR4OFlHaG9TSHM3T3k0T3hFc3kyTDQ4T0ZRVTFQRDd0MjdZV2hvaUhuejVrRWlrY0RKeVFuZHVuWGpYdGZUMHhPalI0L0dzV1BIY1B2MmJXNXhnK3I2a0hOZEdYMjlSbGkrZUFHbXVrOUE0STVkR3VHSERpOHFZb3VtRzVsYit4ZExDOWVuSlNUVVRGN1NPOGo3T2FzS0Z4Y1g5T3JWQ3pvNk9uajI3Rm0xcjJsang0N0ZpQkVqQUFEcjFxMURkblkyNnRXcmh5dFhycUJodzRZd016T0R0N2MzeG8wYmh4OS8vQkgrL3Y2NGZ2MDZWRlJVdUFEMjZ0V3J5TS9QUjVjdVhiaGF3T1Z6eWhtR2tmbTVrOWNXRnhmSGxadzdlUEFnN3QyN2h5VkxsdURLbFNzWU1XSUU5MlY4eG93WjNKZTU2cGFESXgvNFFWMGROalkyRi9GZi91TzcxeHI4aWhtWlcxL3MyTUcyeDc2UUhWWFl1K2FJeFdJb0tDaFVhU1d3TWdVRkJWQlJVUUhMc2pMSGxaU1VnTS9uVit1NTNpVWpJd01xS2lvMVBsRkVudEhqSnVMRzM3Zi8waEFpakdHWWNRRGFNd3pEbEI5d0xmKyt5cjMzZjFpV1Rhbk9hOTI1YzZlSHZIWUhCd2ZZMk5pZ1pjdVdHRDE2ZElXUmxaeWNIRGc1T2NIZjN4OExGaXpBM3IxN2taR1JBWDE5Zld6WnNnVkJRVUhRMU5SRVNFZ0l0d0xTNWN1WGNmdjJiVXlmUGgxOFBoOGxKU1VZTjI0Y3BreVpncTVkdTNMUDNibHpaL2o3KzBOSFJ3Y0dCZ2JvMHFVTE5EVTFrWldWaFlNSEQ4cU04RG80T01ETHk0dGJqejQ0T0JocWFtcVFTcVZJU1VtQm9hRWhIQndjRUJ3Y0RGMWRYYmk1dVdIaXhJbXdzN1BEMHFWTFlXZG5oLzc5K3lNd01CQm56cHhCcDA2ZGNPN2NPUVFGQmNuY09xc3NrRjI2ZENtaW9xSzRYTVdTa2hKa1oyZkxqQkMvZVBFQzI3WnQ0MjRydG0zYjlsSjEvby9xc3J3aXlUVUp5MHdUQ29XcVkwYU93T1FKUDZGK2ZaMHFIUG1mL1B6OENuVmMzMVkyS3ZzK0lwR29SajkweFdJeGVEeGVsVjY3TWxLcEZBekR2UE02OWZZOGdIY3BLU21ScVdWYlcycmlYR2RtWm1GcjBDNkU3VDhJa1VpVXorZXhtMVFWRmQ2Ym0xUFpOZTNpeFl1WU8zZHVoVUVNTlRVMXVZdEZ0Ry9mSGhjdVhKQzU1dmZyMXc5YnQyN2xhaEpuWkdUQXo4OFBDeGN1NUZMVVZxOWVEU1VsSmN5Y09aTTd6dFBURTUwNmRVTFhybDNSb0VFRHpKa3pCNG1KaVJDSlJKZzVjNmJNRjRtbFM1ZENXVmtaUTRjT2hZZUhCMzc5OVZlWW01c0RBSjQ4ZVFKalkrTUsxeTZ4V0F3UEQ0OEtxMDZXaVl5TXhMbHo1MlJxRnA4K2ZScW5UNSt1VU1mNHhJa1R1SFBuRHBZc1dRSjNkM2R1WmMzMjdkdERKQkloUHo4ZmhZV0Z5TTdPaG9lSFI5bGdGWGROWTFrMkxDWW1adnY3L3ArK1pUUWkreFdyYXU1UGVXVjVTRzkvRU5UMHhieXFFemxxV0FuRE1BVUFwQ3pMVmpxVnZ1eTkxM1Q1eFByMTYyUHYzcjA0ZmZvMEZpOWVMSGMxbzhURVJPanE2aUk3T3hzWEwxN0VxVk9ub0tTa0JGOWZYMFJIUjJQY3VIRmMvdkRBZ1FOeDVNZ1JUSjQ4R1g1K2ZwZzdkeTUwZFhVcjVJMTZlbnBpNDhhTlhBMU5WVlZWaElTRVlNNmNPYmg1OHlZbVQ1Nk1uSndjN2piLy92MzdrWk9UZzk5Kys0MzcwT0h4ZUJVV3puaVhIajE2b0hIanhnZ1BENGV6c3pQMDlmWGg1ZVdGdTNmdkFuSlNDMXhkWGJuUndEbHo1cUJ2Mzc1QTZXU3YxYXRYeTl3S2wzZGI4ZHZCQXdzd2lvTC9SaXlsMWZ3WmZWOFFpeXBVTUNoVDB5TkhIM0s5ZWx0VitsN1ZJQmFmNExyM29XcmlYSmY5ckNnS0ZQRkdWTVN3TEQ2Nm5FaXpaczFrMGlCUTd2cDU4K1pOYmpVMGxIN0pHRFJva014blMyNXVyc3djaktDZ0lKaWFtc0xKeVFtYk4yL0dxVk9uY1BYcVZXNitSNWx4NDhZaE1EQVFrWkdSV0xGaUJWQmFPdTNQUC8rRVNDU0NnNE1EQ2dzTHVVVjdvcUtpY092V0xheGN1WklMWWxHYWoxeFZSVVZGM0oycjR1SmlTS1ZTbWZTWnQ5dDRQQjZFUWlFU0VoSzQxMHhQVDRlYm14djA5UFJnYUdpSSt2WHJRMGRIQjVxYW1vaVBqK2NXN1NqSHV2UjhVU0Q3RGhUSWttOENDNVNVZnF2ZGJtMXRyY25qOFFZQUdBYWdMNEI2YndldHBSZVBnT2pvNk9wTzlxbzBzdWpRb1FNbVRwd0lQejgvakIwN0ZsT25Ub1d6czdQTWgyL1BuajJ4WmNzV3hNZkhRMEZCQWF0WHI0YSt2ajdXcjErUDFxMWJ3OXZiR3c4ZVBBQ1B4NE9LaWdyOC9QeHcrdlJwYUdob3dNM05EUVlHQm5qNThxWE02L2JxMVF2Mjl2WmNXZ1BETUtoZnZ6NEVBZ0hhdDIrUG9VT0h3dFhWbFJ2MWpJK1B4Lzc5KzJWeVVETXpNK0hsNWNYbDRiNlBtWmtaTWpNem9hS2l3bDJZeTY4OFY1Tyt0YnM5K2kxYXJIK2RpMW5CdTNaNzdnMC9XT1hVQXZML1NrcEtLdHdHL2xwbFBIK0J3QjI3RUg3b01JcEVvandXekcvRjBzTDF5VlZQTGFqMG1zYmo4U3E5cTJaalk4TXRjc0d5TEhyMjdJbmZmLzlkNXN2QjhPSERzWDc5ZXE0YWc0cUtDdHpkM1dGcWFncGRYVjM4OE1NUDZOKy9QNHFMaTJVV3VXamF0Q2xXclZvbE00RktRME9EVzZudDVNbVQ4UGYzUjRNR0RaQ1ptWW5NekV6TW16ZFBab0VOQUpnMGFWS1ZKN0d1V0xHQ1M0K1NTQ1NRU0NReU9hMXZ0elZyMWd5N2QrOUdmSHc4N08zdGtaZVhCNGxFZ3ZidDIxZm9CLzVMZVVOSVNBaDRQQjUzVFN1N28wM2U3ZXYvTFNZZjdjOC8vNFJVS3VXV3ZLM3JZbUppY2dEc0FiREh3c0pDVlZGUjBaNWhtQ0VNd3d3QW9GWXVxSzN4RlcxVVZWVzUyMWdyVnF5QVNDU1NtY2pHNS9QeHd3OC80UEhqeHpoMzdodzN3U0VuSndkOFBwOGJtZlR5OG9LRmhRVVVGQlRRdUhGajVPZm53OWpZR0FNR0RJQ0ZoWVhNYStibDVhRkpreWJjTGErOHZEeU1HalVLS1NuL1pVMlVsSlJ3K2RFQTBLMWJOMXkvZmwxbVlzNjFhOWZBNS9PNUQvNkZDeGRDSUJBZ0lTRUJtelp0Z3JxNk9wNDhlY0pOK2t0TlRjV2lSWXZRdDI5ZitQcjZRazFORFJZV0ZqaDkrclRjOHpKcjFpd3VaV0xObWpWY0xuWk9UZzVFSWhINjl1M0x2WFpXVmxZTi9XL1VUYVc1alFzTldyVmFKeTBTZVlYczNqZHQzNEhmcXpUWkt6MDlIVGR1M01DUFAvNzRXZnY4TVhidTNBazdPN3NLUDljb0hlVjcvZnExM0VvcDc3SnIxeTdrNStmTDFITXRFeG9hQ2o2Zi8vYklHTzdmdnc5RFEwT29xcXJpNnRXcnVIbnpKcnk4dkZCY1hJd0RCdzdBMGRIeHZibTk4dXJJVnViSWtTTjQ4ZUlGSmsyYUpIZDdVVkVSV0phdGRMUTJMVDBEVzNmc3hJSGZqNks0cVBpMWxHRTNTL0kvMzJRdlBwL1BCYm41K2ZuZzgva1ZGcXBnR0VadWlwbXhzVEh5OHZKZ1ptYUdvVU9IeWt3aVJXbGcvUGp4WTF5K2ZKbHJtemR2bnN3Y2dnY1BIcUJqeDQ2NGYvOCtkMDBiUEhnd3QzOTZlanBpWTJPNVlIam56cDJJaUlqQXYvLytDNVpsRVJjWGg4ek1URzRpb2ErdkwzeDlmWUhTLzV1Ly8vNWJwbHBHWmFrRlNVbEprRXFsdUhIakJqZlhvME9IRGhYT3hhdFhyN2dWTkVuMVVDQkxaSWhFSWp4OStsU203ZW5UcDlpelp3OGFObXdvVTRhTHorZWplZlBtdGRETG1oUC9YOUh3Z3dBT21waVlLS21ycS9kaFdYWUl3ekNEUG1VT2ViOSsvV0J1Ymk1MzhwZUJnUUVlUG53SWUzdDdtSnVibzIzYnRsaTNiaDJhTjI4dWR4S0pqNDhQWnMrZURYTnpjK2pvNkZTWWtSNFZGWVZEaHc1eGp6VTFOUkVlSHM3ZG9yOTI3UnBhdEdqQkJZcERodzdGb2tXTDBLOWZQKzVXOU9YTGwyVkdIeVpObWdSdGJXMzQrUGhnMkxCaHNMUzB4Sll0VzdqdE9UazVhTisrUFRRMU5XRmtaSVNXTFZ2aTFLbFQwTmJXNW03M2xlOS9ibTR1VURyWnhkUFRFdzBhTkVCa1pDUzJiZHVHM054Y3RHalJBbXZYcm9WUUtFUnNiQ3lYVS9jdFM3MS8veFdBeFVaRzFuNUZLSjZ4ZTkvK0dmc1BIWGxuK1MwbEpTWDg5dHR2TURJeXd1UEhqMldXcUpWbjkrN2RhTnEwS1o0L2Y0NUJnd1pWbWhLVW5aM05UZlE3ZnZ6NGV4Yy9LVTlaV1prcnQvVEhIMzlBS0JUaTVjdVhPSC8rUExLeXNoQVFFSURqeDQvTFhIdW1UNStPcmwyN0lqWTJGdlBuejRldnJ5OVhFYVJYcjE0UWk4WGNMZXlpb2lKTW1qU0pxOXBTbHYvZG9FRUR4TWZIbzJYTGxwZzFhOVk3K3lnU2llRGg0WUZkdTNaQlZWVVYwZEhSM0cxbXFWVEtUWlR6OWZYOXFJbUovdjcrS0NvcVFyZHUzV1JlT3pnNEdIcDZlamh4NGdUeTgvTWhGb3NoRUFnd1lzU0lDcVhLVXY5TlE4RDJZQnc2RW9IaWt1SnNzTXdtaUxEcGFmTGR6MTUraSt0VGFtcTFxb3pzM2JzWHFxcXFYTm05Tld2V3lPVFlGeFVWb1UrZlB0eGpxVlNLRFJzMmNMbTVPVGs1dUhmdkhpd3RMUkVSRVlHdVhidGk4K2JOaUkyTjVRTFR5NWN2NDd2dnZ1UFM2ZnIzNzQrdVhidmk0TUdEa0VxbEdEbHlKQzVmdnN4TnBDMHZNek96UWlCYW1UVnIxbURtekpsUVYxZm4zbzlBSUtpUVIxdzJPWTFVSHdXeVJFWmlZaUttVDU4T0d4c2JTS1ZTaU1WaUtDb3FvbFdyVnRpeFk0Zk1MVGwxZGZWcXo2VDlraVVsSlJVQk9GNzZoMjlyYXl1L3hFQU5rUmVNN2RtekIrZk9uY1BBZ1FNUkhCek1sV2VwVEVaR0J0TFMwbUJyYTR1Q2dvTDN2bWJaQjJBWmxtV3hmZnQybVFEWjFOUVVWbFpXOFBIeHdkcTFhN2s2dEhQbXpBRkt5OXcwYjk0Y0FvRUE5ZXJWZzc2K1BreE1UREJyMWl3dThHM2R1alczQUlaVUtzV3paODhBQUEwYU5LZ3dzbFkrWjdGRml4WmdXUmIrL3Y2NGVmTW1GaTllREg5L2Z3d1lNQUFUSjA3RXlwVXJaVW90RWFDMFB1Z3liUk9URFdwU1pscllnZCs5RGg0K3BqTjA4QUJNZForQXBrME11SDIxdGJVeGZmcDBMRm15QkljUEg1YjVVdUh0N1ExalkrTktSd0IxZFhVUkVCQWdkMXY1QXZKOSsvYVZtV3lJMHRHcTQ4ZVA0N2ZmZm52bmU1azFheGJhdDIrUG4zNzZDVXBLU3ZEeDhVR3paczJ3YmRzMjhQbDhQSHIwQ043ZTNseXdhRzF0amVYTGwyUEJnZ1h3OWZYbDZuWkdSa1p5UDR0dmwrSmF2MzQ5Um84ZWpVbVRKc0hiMjV2TFZiOTY5U295TWpJUUZ4Y0hIbzhIUlVWRldGaFl3TUxDQXVmUG40ZTV1VG4zTzV1UWtNQUZVa0toRU11V0xjUGh3NGZsTHZsZFhXcHFhZ2dJQ09DV3g5MnpadzlTVWxMQXNpeTZkT2tDSnljbnVTTy96MUpTc1dWYkVBNGZPNEVTc1RpTGxVbzM1RWtLTjc5S1Nzcjk2RTU5cEtpb0tMUnUzYnJLKzErL2ZoMy8rOS8vcXJ6L216ZHZ1QW1pS0IxZDdkeTVNM2VlRkJVVk1YNzhlQ3hhdEFpaG9hSFExTlRFeFlzWHVlb1dibTV1WEZVWmJXMXRpTVZpbUppWVFFZEhSKzUxTlRvNm1zdmpmNThPSFRyQXhjVUZHemR1UkVaR1JwWGZFNms2Q21SSkJjYkd4bGkvZmowM2tsZitWa2xnWUNCM1VmaktpVy9mdnYzSnk5TzhqY2ZqY2VYSVFrTkRNWEhpUktCY2FrRlpZT3ZpNG9KaHc0Ymh5cFVyc0xhMlJyMTY5YW9VeVA3Nzc3OHlvMnBCUVVISXlNaUFnNE9Eekg3ejVzM0R5SkVqNGVmbmh6WnQyc0RRMEpBN3J2eGtpZkxLVWdOUWVsdnZ6ei8veE4yN2QzSHYzajJZbTV0WHFZVGF2WHYzc0c3ZE91anA2V0hyMXEzYzNZRytmZnRDUzBzTFU2Wk13ZURCZ3pGMjdGaVpEeTRDdkVwS3luMEZyR3hnWWJGSlJjeDZIRGgwZFBidlI0OXpTOVFhR2Y2WGh6aHc0RUEwYXRSSUpqODBMUzBORnk1YzRPcDJ5cE9WbFlYVnExZkwzWmFVbE1STk1sUlVWS3dRYU5XclZ3OEtDZ3FWbHA4cjcrYk5tK2phdFN0KytlVVg5TzNiRjBsSlNWaTllaldHRHgrT1JZc1dZZEdpUlRKVkxPenM3TGdSVm9sRWdzTEN3a3AvTnA0OWU0YUlpQWgwNjlZTm5wNmV1SFBuRGlRU0NRd01EQkFlSGc0N096c0lCQUlvS0NqZzBhTkh5TXJLZ29XRkJlN2R1NGVZbUJodUJhN0N3a0xjdVhPSG02ejR0clZyMXlJcEtRbWJObTJxc0RnSkFHNzViNVNPdUhwN2UzTmZKblYxZGFHcnE0djA5SFN3TElzTEZ5NWd5NVl0Q0E4UGg1cWFXb1Z6bS96MEdmd0RkK0RvOFVoSXhKS1hMTVArdDBUdG81cGJvcmJzdkpiMzVzMGJTS1ZTNU9YbHlUMUdSVVVGUEI0UFQ1OCtSVWhJU0lWYjdwVjU4dVFKc3JLeVlHTmpVK1grdlhqeGdoc2h2WFBuRHM2Y09WTmhFR0Q0OE9FNGMrWU1wazZkaW8wYk55SW1Kb2FyK1ZyKzJsV2V2QVYrcmw2OWl2djM3MWY1cmtOU1VoSkNRa0t3ZlBseXJGKy92a3EvQTZSNktKQWxjbzBhTlFwNWVYbkl6YzJWdWVYeDZ0VXI4SGc4UkVaR29rV0xGbGk1Y21XdDl2TnJVejR2cjJ5aUJFcHJJY3BMTFRoejVvek02TmVMRnk4cUJLVkZSVVhjS09hdFc3ZTQybzVGUlVXd3NySkNqeDQ5SUJhTHdiSXM4dkx5SUJBSW9LbXBpVjkvL1JYRnhjVUlDZ3FxZG41MFVsSVNjbk56TVd6WU1LeGN1UkphV2xvSURBekVuajE3Y09USUVabDl5NVpvWExseUpjNmRPOGN0SC9xMkRoMDZZUGZ1M1ZpelpnM3M3ZTJ4YXRVcWJnU08vTCtYOGZINUw0SFYrdnEybXdYcUpWTVBIWTJZY3pUaXBPNmdBZlp3Rys4Q1l5UERDbDhxVnE5ZURZbEVVdW5LV3lnZHpaMDJiWnJjYlR0MnZMKzBZRkZSRVpZc1dRSlhWOWQzcG9aY3UzWU5mZnYyaFltSkNRd01ESkNabVltUkkwZmkxS2xUY0hGeDRRSm1xVlFLYjI5dmpCOC9IaTFidGdRQW5EdDNEaVltSmpJVEtKV1VsSkNRa0lDVWxCU29xNnZEeGNVRkJnWUdTRWxKUVo4K2ZaQ1JrWUgwOUhTZ3ROb0d5N0xnOC9sUVZWWGwydWZQbjgvTndJK0xpOFBjdVhQbGxwZ3FMeWtwQ1E0T0RqS2xtK1RseUw0OTJTZzNOeGN1TGk2NGRPa1Nzckt5NE9QalV5R0lCSURIVDVMaEg3Z0R4MDc4QVlsVThweGwyWFVsdVlJdGFXbTNLKzc4a1JJVEV6Rmh3Z1M1Mi9yMTZ5ZTNQU3dzRFBuNStaaEVUR1g4QUFBZ0FFbEVRVlExYXhZR0RScFU1VnJnWjg2Y1FidDI3V1RLZXJtNnVzcWtscFNYbkp3TVRVMU5LQ2dvUUNRU3dkRFFFTzd1N2pBME5JUlVLc1hMbHkraHBLUUVIbytIZGV2VzRjcVZLNGlNaklTTmpVMjFGcTFnV1JhSER4L0crdlhyc1h6NThpb2RHeHNiaStuVHAyUFdyRmx3Y0hCQXExYXQwS2hSSTRqRllwbDhYWlRlWFNNZmhnSlpJbGQ0ZVBpM1BpTDd4V05aRnVycTZqTEJYTm5xWU9XVno1RXRLOWJ1NE9BQVJVVkZiaUVLWjJkbkpDWW1vbE9uVGx6T1dObktUak5tekpCWkhySXFCZzRjaUlFREIxWm9kM1oycm5EcnVxeFlmYytlUFRGMTZ0UjNUdHpSMGRIQjZ0V3I4ZURCQXpScjFxeGFmZnJXcEtYZExrUWExaGtZR1BoRFdXZnlrWWdUOHkrY2lkVGxLL0F4d1cwaUpwZE9Nang0OENEdTNyMExQcCtQZWZQbW9VT0hEdkQyOXE0d2lTZzdPMXNtRDdxOGhJUUVtYnhPZWFSU0tmaDhQa2FQSGcwM056ZTR1TGpJclJxUW1KZ0lGeGNYcEtTa1lOZXVYYmgyN1JvR0RScUVKazJhNE5peFkralhyeDlzYkd3d2MrWk1EQnc0RUo2ZW5wZy9mejRVRlJXeGN1WEtDaU4vOXZiMmlJbUo0VW9iS1NzclEwVkZCVUtoa0p2bFhoMW56NTZGbVprWmtwS1NLbXhUVWxLU3FjdjhJWktTa25ELy9uMUVSVVdoWWNPR3lNL1A1d0ovZjM5L2JOMjZGVG12WDBNc2xrQXNnVWdpbGl3UUY3d0tURTFOZmZOUkwvd081dWJtTWl0bFZaVzd1enY2OSsrUDZkT25WL2tZUlVWRjlPclZTNll0T0RpNDBoelpPM2Z1b0VlUEh2RDI5c2FOR3pld2JkczJtSnFhWXVQR2pRZ0xDME9qUm8yNG10T2FtcG9ZT0hBZ3NyT3pxNzNJVGxSVUZJS0NnckJ4NDBhNVZRY3FleStlbnA3Y0YvT3kvMGMrbnk4elVBSEtrZjBvdENEQ1oxQmJDeUo4aUx0MzcyTHo1czNZc1dNSG9xS2k0TzN0TFhNQnljckt3cGd4WStwVUlEdDYzRVJjLy92MnBlU0hNWi84Wi9CRGw3VjluNm9VZWtmcExjREtSaTVRYnNFTGVjZVZqVVRWTlV4TnJkTHhsVE15TWhKS2hScHVhb3E4VldJcHEvSkQ3OTdvYUd1TnJRRmI4TnR2djJIR2pCa0lEUTNGbWpWcmtKV1ZoWFhyMXNIQXdBQUpDUW5JemMxRlhGd2MyclZySi9lNUV4TVRvYUdoZ1lZTkc2SkpreVlWYnA5R1JFVGc5OTkvUjBoSUNLS2kvbys5K3c1cjZtekRBSDRuWVNyRFhRZk9LaWhPMUNxdDJ1S29kZFk2NmtEY09GQ3JWb3BhUit1cXUwcWxpRnVwV3hGWFVlc290VmJyUXNIQkVGUkF4TUhlQ1NRNTN4OE41eU1DaWdOSTlQNWRWNitMdkRrNTUwMHE1TW1iNTMyZWkxaTRjQ0dxVkttQ1JZc1dpZFV5bGk5ZkxxNnNYcng0RVo5ODhna3FWNjZNVnExYUlUczdHNE1HRFlLZm54OFNFaElRRkJRa2R0WUtEUTJGVENaRHhZb1ZFUlVWVldqUCtvb1ZLNHExbEUrY09BRzVYQTVUVTFOa1oyZGp3b1FKT0g3OE9LWk9uWXJ6NTg5REpwUEJ6TXdNOGZIeFdoKzhsRW9sZXZYcWhiUzBOTmphMm1xbE1EeDkraFF5bVF5N2R1MENOQ3VTRVJFUlJWcVJiZE9tRGZyMjdRdFBUMC9VckZrVFRaczJ4Y2lSSTJGalk0TnAwNmJCMXRZV0N4Y3R3czA3SVFpNkhRSVRHUlNwMllLYlZKNnlLVEl5OHY5dEFZdkJtL3hOeTg3T0xuS1h0c0s4N0crYUlBajVjbVNoK1p1cFVxbmVhaTNndC9GOGlpTDNieHJqcDZMUnYzY3RLbGFabVprd05UVkZlbm82S2xldWpKOSsra2w4Y3dHQWh3OGZpbC9oc0pWZXlTbHFrZm9YL2NGSG5vWVhyL280MG4rYWdNZkR6czZ1a1VvUUxNNmVQdFhqSC84ejVSczFhUVlqay84MjNGbGFXc0xEd3dQcjFxM0Q4T0hEY2VEQUFSdzVjZ1RQbmowRE5EV0dvZmxBZFB2MmJiSGNXbDZPam80dnpHLzg1Sk5Qc0hmdlhzeWRPeGZEaHcrSG41K2ZWcU9HenovL0hMLzg4Z3MrK2VRVE1ROVJyVmJqMmJObjR0ZXgxYXBWRTFmdHFsZXZqcWlvS0ZTb1VBRmVYbDY0ZXZWcXZoM2w0ZUhoMkx4NXM3aEpiTnk0Y1lpTWpNU0hIMzZJMk5oWThiZ2xTNVlnS1NrSkVva0VIM3p3Z2JqaEtsZnVYRWVOR2dXRlFvSGh3NGVMOXprN08rZjdGc0xQenc5bno1NFZieGVXSTV0YmNRR2F3T3pubjM5R3YzNzk4UGp4WTN6M25Sdk1MQ3ZnVHZBZHFOVkNJZ1QxQmtPWnJHMTBhS0JIb1MreWpuZ2JRZC9ML2paSkpKSUNjNkxmdEV0Y1FVb2lpS1ZYeDBDV3RDUWxKY0hjM0J6Nzl1M0QvdjM3WVd4c3JGVTJSYWxVNHViTm0xaThlREc2ZCs5ZXFuUFZSVndkSkYwbmtValVaUXhsMXdSQmtLUW9WTGN2WFFzYTE2dmY0RHFWekl3UUVub1hIOXUzd2VUSms5R3JWeTlVckZnUmJtNXVnR1kxc1gzNzl2am9vNDhRRVJHQm1UTm41bXZkYVdwcVdxUlYvWExseW9ubGtKN3ZObVpxYWdwalkyTTBiZG9VYmRxMHdadzVjNUNXbG9hdnYvNDYzOWV4MEt6ZTd0cTFDenQyN0FBMCtaVFA1MWpucHE5QUV5aHUzTGd4MzRyc2lCRWowTGh4WS9qNCtNREF3QUFEQnc3VWVpNjVaYkFtVEppQVRwMDZZZWpRb1dqZnZqM3ExYXVIM2J0M1F5Nlhhd1d5bFNwVnd2ang0ekY2OUdoeHJLQVYyWFhyMW1rRjN2djI3VU9iTm0wZ016REU3WkF3M0kyS2hSU3hqMDJNSkErTVpaSTFnaUNOQVBEL3lMZVk4VzhhNlRvR3NxUWxJaUlDZGV2V3haZ3hZL0RGRjE5Z3lwUXBHRE5tRE96dDdSRWJHNHU1YytkaTJMQmhoU2I0RTVGdUV3UkJLZ2hDZW1CZzRGRE4wTXJhTnMxRzVDaHpOanFOSGk5MStLd0Rwa3djaCtaTi8xOHVTYWxVNHZqeDR4ZzBhSkE0RmhzYkN4Y1hGNjF6ejVrelIrc2JuQmVSU0NSbzNyeTUxbGhRVUJCaVkyT2hWcXZGZHNZdmMvbnlaZGpiMnhmcFdHaFdSYi85OWx2Y3VYTkhhMFUyYjk2alNxV0NzN016dG0zYkpxYnplSGw1b1VLRkN1aldyUnNrRWdtV0xGa0NWMWRYZE9uU0JhZE9uY0tXTFZ1MFZnRHoxamw5a2R3Qy9ybnExdnNRTjBNaWNQSENCY2lrU0ZLcWhPK2l3b0orczdPekMxU3IxU0VTaVVRMyt1WVM2UWdHc3FUbDRzV0xZbkZ3S3lzcmVIaDRZT3JVcWFoY3VUSWlJaUl3ZS9ac2RPeklkQjBpZmRTa1NaT2FtaTUyRmdCeWsvYVZVV0UzdDFTd3MydWhGb1RiL3VmK2R2VS9kNzdCcCswL3daU0o0OUN5UlhQNCtmbEJxVlRDMjl0YjNHVnZaV1dGblR0M3Z0WDVtWnViUTYxV3c4dkxDeGN2WHNTVksxZlFwMDhmcU5WcUpDUWtpS2tGaG9hRzhQSHhnVnF0eHNXTEY3VTZMTDNNMDZkUFViRmlSYTJ4M1BNbkp5Zmo4ZVBIU0VsSmdWcXR4dFdyVjlHbVRSdWNQWHNXaHc4ZnhzNmRPOFhBMXNEQUFKYVdsdGkrZlRzNmQrNE1wVkw1UnMvOWVtQVFqdm1keElQb0dPU29oWENvMUw4WVNiSVBSWVdGeFRadjNyeXhSQ0twR2hRVUZOS2lSUXNXVWliS2c0RXNpYTVldllxa3BDUzBhTkVDSVNFaENBb0t3cGt6WjVDVGs0T0dEUnNpSXlNRHYvenlDd0lDQW1CdGJZMjZkZXVLdTBHSlNPZEpEUTBOZndQZ0JtQzBuWjNkRDFLcGRGVkF3SC9sbW03Y3VKRmJXMnR6TFp2bVE4NmR2ekRuNzM4dU5telR5Zzd4ai8rcklQREREejlnd1lJRllqM1Z0NjFldlhwaVdrRGR1blV4ZE9oL2k4YUZwUlpjdjM0ZFdWbFpXazB5M04zZDh6VkJpSS8vZjBubzRPQmcxSzFiRjRhR2hyQ3dzTUQ5Ky9jUkZCU0VIMy84RWRDVUdXdlRwZzA2ZHV5SW8wZVBva0dEQnBnL2Z6NldMRmtDaVVTQ2ZmdjI0ZFNwVTNqOCtERkdqaHlKdFd2WDRyZmZmc09nUVlQUXFsVXIyTnZibzF1M2JrVXU3WFExNERyV3J0dUlDLzllaHJFTXo4b1lTZ1NwVkNvRlpOOENodC9hMmRuZEFXQ29WcXQvQTZCK2c1ZVg2SjNFUUpaRWFXbHBtRHg1TW54OGZIRHMyREcwYnQwYXpzN09hTnUycmJnSzhlREJBMXk2ZEFsWHIxNUZTRWdJQTFraVBkR2lSUXNMaVVTU2RQMzY5WjFObXpiMU16UTBYS3RXcSsrM2JObFNCc0JRRUFTWlJDS1JBcEFLZ2lDUlNDVFNESVZxY2VqdHdCbnlITUhvK3g4WFk3enpPTnkrR1FoM2QzYzhlL1lNSFR0MkZLdHBLSlZLS0pWS1RKOCtQVi9iMU9LU25aMk5uajE3YXVXeVRwczJyZEFjMmZ2Mzc2Tm16Wm93TVRGQnVYTGxNSExrU0FpQ2dQbno1Nk4yN2RwbzI3YXQyT2xMRUFRTUdEQUE1dWJtMkxGakIyclhybzBaTTJaQXBWSmg2TkNoWXRVRUFKZzhlVEtHREJtQ0kwZU9pQ1h1WHViZnkxZmg0YlVSbDY1Y2d3QUVBK3BGb2JkdjduOCtXRzNXckptVlRDYnpWeXFWK2xNcWhxZ0VzZnhXQ2RDbjhsdnZvcElzdjBXazR3d0FGUFlkdUJTQXRGV3JWdUw3UWtCQVFFN0xsaTA3eEdma1ZKVkpwUE1na1RUOXFKVWR2bkVaaC9hZi9KZVhtbHU2VGJ4QU1aVndlMWtaSmhTeFRGMVdWcFpXVytRWHljbkplYXZsbXdEZ240dVg0T0cxRVZjRGJnQ0NjRXNscUJkRmg5M3lBVkJvbVNzckt5dlQ0cXdUUzdxSjhWUFJjRVdXaU9qOThhSkVUalVBZFVCQWdOYmc5ZXZYejJ0KzlLbmRvSG5mS3dIWDV3MTNkbW5Sc2tVemZPTXlEcDkxYUZlc0U4NVZsQkp4UlNtM1ZOUWdGcHBjM0xmbDNQa0w4UERhaU91Qk55RkFDQlJVV0JoMU4randpd0xZWEF4aWlRckhRSmFJaUlwQ2lBb1A4Z1hnVzllbTJaY0JONEorR0RWK2Nxdm1UUnZqbTRuajBQSFREaTl0MlBHK0VRUUIvdWZPdzhOckk0SnUzWUVnQ0FFU1FWZ1lHWGJ6YUduUGplaGR3VUNXaUloZXlZUC9BckdqdFJzMTZSbDQ2L1k4WjVlcGJadllOc0kzRThlaFM4ZlAzdnVBVmhBRW5QbnpIRHk4TnVKMmNBZ0VDSmNGcUJaRmhkNzJLOExEaWVnVk1KQWxJcUxYRWhWeTJ3K0FYNTJHemIrNGRTZmtoL0dUdi8ya1VVTnJmT015RGw5MDZmVGVCYlNDSU9DUDAzL0NZLzFHaElUZWhTRGdJaUFzakF3TitxTzA1MGIwcm1JZ1MwUkViMFFUcVAxUnExSFRMaUdoWVQ5TW5QcGRCNXNHOVRIWlpTeTZkKzN5MWx1RjZocTFXbzBUZjV6QnIrczNJU3c4QW9Cd1hxVlVMNHdPdjNXbXRPZEc5SzVqSUV0RVJHOUZkTWl0TXdETzFMWnAzakgwYnZpOGI2YlA3RmovdzNxWVBNRVp2YnAvOGM0RnRHcTFHcitmK0FPL3J0K01pSHYzSVFpQ1B5QlpHQmthOUZkcHo0M29mZkZ1L1ZVaElxSlNGeFVXNUI4Wkd0UkpwUkk2aEVmY096M05iVGE2OXVxSFEwZjlvRktwU250NmIweWxVdUhRa2QvUnRWYy9USE9iamZDSWU2ZFZLcUZEWkdoUXA4alFRQWF4UkNXSWdTd1JFUldMNkx0Qi8wU0dCblZWQzZwUDdrVkduWmcrYzQ3UXBXZGYrQnc2Q3FWUy93SmFwVklKSDk4ajZOS3pMNmJQbWl2Y2k0dzZJVUQ5Y1dSb1VOZm91MEgvbFBiOGlONUhER1NKaUtoWVJZWGUramN5SkxDSFNpMXAreUFxK25lMzJUOEluWHYwd1Q2ZlExQXFYMVRhVmpjb2xVcnM4em1FemoyK2d0dWNINFVIVWRHL3E5U1N0cEVoZ1QwaVEyNWVLdTM1RWIzUEdNZ1NFVkdKZUhnMzhHcFVhRkJ2UVNtMGpvNStlR1RXdkFWQ3gyNWZZdmMrSCtUazVKVDI5UExKeWNuQjduMCs2Tmp0Uzh5YXQwQ0lqbzQ1TENpRjFsR2hRYjBmM2cyOFd0cnpJeUp1OWlveHdhRmhHRExDdWJTbjhWNEtEZzByN1NrUVVSNVJFVGV2QS9pcXJuWGo1ZzhmeGM2Yk0zOXhYODhObTZVVHhvN0N3UDU5WVd4a1ZLcnpVMlJuWTcvUElhemZ2QTJ4ajUrb0JlQ1FWSzFjOU9EdW5hQlNuUmdSNWNOQXRnUUlFSTZscHFiajBwV0FJaHl0ZTJSU2xBVUFsUm9acFQyWDF5WVIyRW1IU01kb0FzTUJOUnMxYXhMNzVNbThIeFl1SGVDNVlZdDB3cGlSR0R5d1AweU1qVXQwUG5LRkFudjNIOFQ2TGR2eDlPa3pOU1R3VVVtRVJROURidDR1MFlrUVVaRVZlN1ZxT3pzN2Z3QzRjZU5HeCtLK0ZoVVAvajhrb3BKUXUwR1RSaEtad1Z3QWd5cFhyaWliTUdZa0hBY05nSW1KU2JGZVZ5NlhZOWZlQTlpdzFSdHhjUWtxQVBzRWxYSnhWUGp0a0dLOU1ORUw4TDIzYUpnalMwUkVPaUVxL0haSVpHamcwQndJdG5GeENiOHRYdjZ6c2tPWEh0aTQxUnVaV1Zsdi9YcVpXVm5ZdU5VYkhicjB3RThyVml2ajRoSit5NEZnR3hrYU9KUkJMSkYrWUNCTFJFUTY1VkZvME4zSTBNQVJPZGs1amVJVEVyY3ZXK1dlMDZGekQzaHQyb3FNak13M1BuOUdSaWE4Tm0xRmg4NDlzR3lWZTA1OFF1TDJuT3ljUnBHaGdTTWVoUWJkZlN0UGdvaEtCQU5aSWlMU1NUSDM3a1JFaGdhTlVpbFZEUk1Ta3pldlhPT1IzYjVMZC95NmZoUFMwdE5mK1h4cDZlbjRkZjBtdE8vU0hTdlhlR1FuSkNadlZxdlZOcEdoUWFOaTd0MkpLSlluUVVURmlvRXNFUkhwdE9qd1cvZWp3Z0xIUXE2d1RrNUpXYi82RjA5Rmg4NDlzSGJkQnFTa3ByNzA4U2twcVhEL2RUMDZkTzZCMWI5NEtwSlRVdGJMNVFycnFMREFzVkZoTngrVXlKTWdvbUxCUUphSWlQVENnd2NoVVpFaFFTNktIRldENU5SVVQzY1BMM21ITGozdzgxcFBKQ2VuNURzK0tUa0ZQLy9paVE2Zjk4QmF6L1h5NU5SVXoyeWxVRDh5Sk1qbDhZT1FxRko1RWtUMFZySDhGaEVSNlpYWWU3Y2ZBcGhjMDhabVNWb3FadjdxdFhuczloMjdUWWM1RG9MenlHRUFnTTNiZDJESHJuMUl6OGpNZ29DTktzaFhQQXdMaXkzdHVSUFIyOFZBbG9pSTlKSW1NSjFhdDI2VEpSbkltT0cxYWRzRTc1MTd5Z0FTWkdabFpVb0VZYjFFb1ZyeDRNSHRwNlU5VnlJcUhneGtpWWhJcjJrQ1ZkY1BQbXkySE1oeWhScENsbEpZL2ZUZXpXZWxQVGNpS2w0TVpJbUk2SjJnQ1Z4bmx2WThpS2prY0xNWEVSRVJFZWtsQnJKRVJFUkVwSmNZeUJJUkVSR1JYbUlnUzBSRVJFUjZpWUVzRVJFUkVla2xCckpFUkVSRXBKY1l5QklSRVJHUlhtSWdTMFJFUkVSNmlZRXNFUkVSRWVrbEJySkVSRVJFcEpjWXlCSVJFUkdSWG1JZ1MwUkVSRVI2aVlFc0VSRVJFZWtsQnJKRVJFUkVwSmNZeUJJUkVSR1JYbUlnUzBSRVJFUjZpWUVzRVJFUkVla2xCckpFUkVSRXBKY1l5QklSRVJHUlhtSWdTMFJFUkVSNmlZRXNFUkVSRWVrbEJySkVSRVJFcEpjWXlCSVJFUkdSWG1JZ1MwUkVSRVI2aVlFc0VSRVJFZWtsQnJKRVJFUkVwSmNZeUJJUkVSR1JYbUlnUzBSRVJFUjZpWUVzRVJFUkVla2xCckpFUkVSRXBKY1l5QklSRVJHUlhtSWdTMFJFUkVSNmlZRXNFUkVSRWVrbGc5S2VBQkVSRWRIN3JsV3JWdFVFUVJpWGUxc1FoRG9BMExKbHl4OXp4eVFTeWNhQWdJREhwVFZIWGNSQWxvaUlpS2oweFF1Q01FMGlrWlREZjBGcjd2aDgvQmZZSmtza2tpV2xPRCtkeE5RQ0lpSWlvbElXRUJDUUErQ29JQWdRQkVFY3ozUDdxT1lZeW9PQkxCRVJFWkVPRUFUQk44OUtyRWdpa1VBUUJOOVNtWlNPWXlCTFJFUkVwQVBTMDlOUENvS1Evdnk0SUFqcDZlbnBKMHRuVnJxTmdTd1JFUkdSRG9pSWlGQklKSkxqMEU0cGdFUWlPUjRSRWFFbzdmbnBJZ2F5UkVSRVJEcENwVkpwcFJkb2ZtWmFRU0VZeUJJUkVSSHBpSnljSEQ4QThqeERjcmxjN2xlS1U5SnBER1NKaUlpSWRFUndjSEE2Z0pQNC95YXZVNW94S2dBRFdTSWlJaUlkSWdqQ29kejBBbFlyZURFMlJLQjgyRjJFaUlpbzlBaUNjRlFpa2Fqd1g4N3MwZEtlank1aklFc0ZZWGNSSWlLaVVoSVlHSmhzWjJkM1dpS1JTRy9kdXBWVTJ2UFJaVXd0b0h6WVhZU0lpS2gwYVZJS21GYndFbHlScFFJSmd1QXJsVXFINXcxa29WbWRWYXZWL01VaUlpS2RWcmRoaTdFQzRGamE4M2hkS1hMQkVGQ2hUc01XZzB0N0xxOUxBdXgrRUJxNHFUaXZ3VUNXQ3BTZW5uN1MzTnc4SFlCWjNuRjJGeUVpSW4wZ0FJNFdGbVlPdGcxdFNuc3E3NlhnMERDa3BxWURBQU5aS25rUkVSR0tsaTFiSGhjRVlXRGVWVmwyRnlFaUluMWgyOUFHZTd3M2wvWTAza3REUmpqajBwV0FZcjhPYzJTcFVPd3VRa1JFUkxxTWdTd1ZpdDFGaUlpSVNKY3hrS1ZDc2JzSUVSSFJ1MFd0VnBmMkZONHFCckwwUXV3dVFrUkU3NnVzckN4RVJFU1UyUFdjbkp3UUZoWlc1T04vKyswM2JOKytQZC80MkxGajhlKy8veGI0bUNsVHBpQTRPRGpmK0twVnEzRDA2RkdzWExrU0J3OGVmTVdabHg1dTlxSVhZbmNSSWlKNlh3VUdCbUx1M0xudzlQUkV3NFlOMGJOblR5UW5KK2M3VHFsVVlzS0VDUmcxYWhRQVlNYU1HUzhNU0pPVGt6Rng0a1FNR2pUb2hkY2ZPWElrSGoxNkpONU9UMC9Ia2lWTDBMRmpSd0RBdlh2MzBLSkZDNjNIWEwxNkZYRnhjZmpvbzQrUW1wb0txVlFLTXpPemZPY3V6UERodzdGZ3dRTDA3TmtUSmlZbVJYNWNhV0VnU3kvRTdpSkVSUFMrK3Zqamp6RnAwaVJNbXpZTmh3OGZocDlmd2R0RVBEMDl0VzZ2V0xIaWhlZGRzMmFOMXUxdTNib2hPenNiNmVucEdEZHVIR1F5R2ViUG41OXZ0Zlg3Nzc4SEFLU2twQ0EwTkJSaFlXRm8wS0FCTGwrK2pHclZxcUZXclZyWXNHRURwazZkQ2dNREEremZ2eC94OGZHWU5Xc1dVbEpTY1AzNmRTUW1KaUlnSUFCeGNYRll2SGl4ZU83TXpFeklaRElZR3hzREFIcjM3ZzBmSHg5WVdscSs0cXRXc2hqSTBrc0pndUFya1VpWWhrSkVSTytkZnYzNjRlT1BQMzZsMWNsZHUzYmgyTEZqaGQ0ZkZ4ZUhjZVBHaWJkUG52eXZQTHVUa3hQbXpac0hHNXNYMTc1OTl1d1o5dTNiaDRpSUNGeS9maDFIang1RnUzYnQwS2hSSXhnYkc0c3J0a09IRGtXL2Z2M1F2MzkvbUp1YjQrN2R1OGpJeUVCVVZCVHExcTJMMDZkUGkrZGN0V29WcksydDhlV1hYeGI1ZWVvQ0JyTEZSTjg3aXVUMUxuUVhlVjVKZEJzaElpTDlGUjhmajcvKytnc0EwTEpseTFkNjdOQ2hRekYwNk5CQzc4KzdJaXNJQWxRcWxYaGJyVlpEcVZSQ0twWGl6Smt6dUhQbmpuaGZXRmdZdW5idGlnWU5HbURHakJtNGQrOGVWcTllalkwYk4rTEpreWY0NmFlZlVLTkdEVGc3T3lNOVBSM3A2ZW5JeU1pQXA2Y24zTjNkTVg3OGVOeTZkUXY5K3ZXRHJhMHRIQjBka1pLU0FnQklUVTJGb2FFaE5tellBR2hXWkNkTW1QQkt6N3MwTUpBdEp1d29vcnRLcXRzSUVSSHBMNlZTaVlTRUJQenp6ejhBZ0hyMTZzSFgxeGRyMXF5QlZLcjlKYVZDb2NENDhlTUJBSU1IRDBaMmR2WUx6NTJVbEFRREF3UHMyN2NQclZxMUVnTm1oVUlCWjJkbmxDbFRCbjM2OUVGY1hCeWtVaWthTm13SUFMQ3lza0taTW1VQUFIZnYzaFZYYmg4L2ZveFdyVnFoV3JWcWFOQ2dBU3BWcW9SS2xTcWhYTGx5QUlEdTNic2pPam9hdFdyVkFnQmN1blFKNTg2ZFExeGNuTGdxbTNkRjl2ang0N2gxNjlaYmZUMkxDd1BaWXNTT0lycXBwTHFORUJHUi9xcGF0U3JHangrdnRia3JKeWNIdlhyMXdzeVpNN1dPUFh6NHNKaGJ1bmZ2WHZ6Nzc3LzQ2S09QWUdEd1g1aDEvUGh4K1ByNll2UG0vOGNFNGVIaHFGKy9QaVFTQ1lZT0hRcEJFQkFRRUlDSER4L2kyMisvQlFEOCtPT1BzTGUzeHhkZmZBRUFHRFJvRU5MVC82dUNlZWZPSFRScjFnelFyTlNPR1RNR3ZYcjFLdkM1SERod0FKVXFWY0w5Ky9jUkd4dUxrSkFROFRua2JrcExTa3JDa3lkUEVCWVdoaWRQbnJ6RlY3SjRNWkFsSWlJaWVnTmZmZldWK0xOYXJjYkJnd2ZoNmVtSnhZc1hvMDZkT2dDQUd6ZHU0T3JWcTJqWnNpVzJiTm1DSFR0MllPUEdqV2pVcUJIT25Ea0RZMk5qbUpxYTR0bXpaN2h4NHdhcVY2OWU0TFVHRFJxRVBYdjJJQ0lpQXMyYk4wZGlZaUpTVWxKZ1pXV0ZDUk1tSUR3OEhJYUdodUx4YVdscCtPNjc3OUNnUVFOTW5EZ1Job2FHV0xObURabzFhNGJseTVlTHdmWGR1M2NSRlJXRjhQQndQSG55QkUyYU5DbjIxKzF0WUNCTFJFUkU5SWJPbmoyTHBrMmJva3FWS2xpNWNpVzJiZHNHZDNkM3JGcTFDa3FsRXJWcTFjS0NCUXRRdFdwVktCUUs3Tml4UXd4eVUxTlRZVzF0RGJsY2pydDM3K0xnd1lQNDRvc3ZZR0JnZ0tkUG40clhlUExrQ1RJeU1tQmhZUUUzTnpkTW1qUUpwMDZkUXVmT25jVmozTjNkMGJScFUvSDI4dVhMQVFCMTY5YkY3Ny8vanRtelo0c3J4VktwRkN0WHJnU1lXa0FsUWFGUWlGOWR2QzFLcFZMOEIwMUVSRVFGQ3cwTmhVS2hLUFQrelpzM1krclVxYWhTcFFva0VnbDY5dXlKckt3czlPelpFeDA2ZEVEanhvMVJ1M1p0Yk4rK0hldlhyeGVEV0FDSWpZMkZYQzZIdGJVMTJyZHZMNllXR0JzYjQ2ZWZmc0tPSFRzQUFJYUdoaGcrZkRpZ1NYMVl2SGd4bkp5Y1VMTm1UU2lWeWhmT3Yyelpzdm5HMUdvMSt2VHBBMmhxMnhvYUdtTExsaTNJek14RWx5NWRYdk9WS2xrc3FhUkRFaE1UY2UzYU5VQlQ3aU0rUGg0eE1URzRmdjA2QUdERWlCRzRmUGx5dnNkRlJrYmk2NisvZnVYcnBhU2tZTkNnUVZwSjZWRlJVWmcyYlJya2Nqbmtjbm0reDJ6ZHVoWG56cDNUR3Z2cHA1L3d4eDkvRkhxZDZkT252MUtua29JNE9UbUpydzBSRVZGSmtjdmxPSHo0TU9iT25Rc0FpSTZPemhjMFBuejRFRkZSVWFoZnZ6NU9uanlKeVpNbm8yL2Z2b2lKaWNHU0pVdkVxZ2RqeDQ3RjZOR2o0ZXpzak9YTGx5TThQQnpRQk1tUEhqM1NLb2NGQUczYXRNR1JJMGR3K3ZScG5ENTlHc2VQSDhmbzBhTUJUWE9FaFFzWFlzcVVLWWlKaVJGWFZsK0ZWQ3JGa1NOSGNPVElFZlR1M1J0VHBrekJrU05IeEVCYUgzQXBUb2RrWm1aaTd0eTU4UGIyQmpTcnBiTm56NGFUa3hPU2twTHc0TUVETWJHN01CczJiTUMrZmZ2RW5ZcDVKU1FrYUFXaGxwYVdzTFcxUlZoWW1QZzFoQ0FJa0VxbCtQUFBQN0Y3OTI2c1dyVUtWYXRXQlRSZmZlelpzMGY4WkZnWUR3OFBEQm8wQ0ZXcVZNbDMzK2JObStIajQxUGc0NDRlUFFvakk2TVhucHVJaUtnazNiNTlHNjFidDhiVXFWT1JtSmlJZ3djUG9uMzc5cERKWk9JeEJnWUdHRGx5SkN3c0xMQno1MDUwNmRJRml4WXRna3dtUTVreVplRHA2U20rdjQwWk13WnQyN2JGNnRXck1YandZTXlaTXdmbHk1Zkg5OTkvanpGanhzRFkyQmdKQ1Ftb1dMRmlvWE5LVEV5RWk0c0xHalpzaUJFalJxQi8vLzVJVGs3RzRzV0xNV1BHREszMzB1VGtaRmhiVzBPbFVrR3BWQ0k5UFQxZjFZWG5wYVdsYVQwL1hjWkFWb2RZV1ZsaCt2VHBZajI1cEtRa09EZzRvR3ZYcmpoNThpVEtsU3VuMVZXa1VxVkt5TTdPUm1Sa0pGSlRVK0hqNHdPRlFvSCsvZnRqMHFSSitjN2ZxVk1uQU1ER2pSdTF6blB6NWswQWdJV0ZCZWJQbncrcFZJb2VQWHBBTHBkajFxeFpZbWNSYjI5dkRCdzRFRldyVmtWa1pDVDgvUHh3L3Z4NVBIdjJEQmN2WHNTMmJkdGdabVlHRXhNVFZLaFFBZG5aMlZBcWxWQ3IxVkFvRk1qS3lvS3pzek9jblowTGZRMU9uejZObjMvK09kOTRVbElTWnM2Y3FaWEFEZ0ExYTliRXBrMnNva1ZFUk1WajY5YXRNRGMzQndCVXIxNGRSNDRjZWVIeE8zZnVGSC91Mzc4L0lpTWpZVzV1cnRYdHEwbVRKdGk2ZFN1aW82TVJGaGFHamgwN3dzcktDdDdlM3RpeVpRdUdEeDhPdVZ3dUJweUNJRUN0Vm92QjZJWU5HMkJ2YjQ4cFU2WUFBTXpNek1RMnRDdFdyQ2d3UnpZaElRSGR1M2RIN2RxMXRkSWFjcFV2WHg0NU9UbG8zNzQ5QkVIQTBxVkwzL0NWS3hrTVpIWEluRGx6RUJJU0FnQjQ5T2dSWnMyYUJabE1CcGxNaGpObnpxQng0OFo0K3ZRcDB0TFNjT3pZTWJpNnVzTEN3a0w4aHk2VHlTQ1JTSEQ0OEdHY1AzOCszL2x6QStSeDQ4WnBkUlRKS3p3OFhNeVo3ZGV2bjFqS0l6SXlFcGN2WDhiMjdkdHg5T2hSN051M0R6dDI3TUNrU1pQdzAwOC9vWFhyMWpBd01NQnZ2LzBHRHc4UEdCZ1l3TXZMQytmT25VTjBkRFNpb3FKUXVYSmxiTnk0OFlXdndlZWZmNDdQUC84ODM3aVRreE9tVFp1RzFxMWJ2L0xyU2tSRTlMcHlnOWpYY2ZEZ1FhalY2a0pYUUd2VnFvWHExYXVMSmJXcVZxMktPWFBtaVBmbkxnWUpnZ0JCRU1SeEV4T1RBcXNLcktjSDgxQUFBQ0FBU1VSQlZGKy9QdDlZM2xKaEFRSGFwU2R6dndHR1pxVVltdUJibnpDUTFTRS8vZlFUbmoxN2hvVUxGK0xwMDZkbzM3NDlSbzBhaFpzM2J5STRPQml1cnE1d2RIUkVVRkNRMkprRG1pRHpqei8rUU4rK2ZiRmh3d1o4OWRWWFltSG1wVXVYaXIyWkZ5eFlJRjVyekpneFNFeE1oRVFpQVRSZkk3UnIxdzcrL3Y1UUtCUm8zYm8xek0zTklaRklNR0xFQ0dSblp5TStQaDVEaGd4QmRIUTBwaytmTHE2c3hzVEVJQ0FnQUk4ZVBVTE5talV4YWRJa05HN2NHSzZ1cmhnMWFoUTZkKzZNWmN1V3dkcmFXcXNlMy9PTWpJekVRczlFUkVUdmdwZDlqVzlnWUZCZ09tRHVmY1dwc0JKZitvU0JySTVRcTlYWXZuMDcvUHo4TUhmdVhDeGF0QWhObXphRmk0c0w3TzN0MGIxN2R6RXBQQ0lpQW5YcjFuM2grWEwvOGZ2NysyUGV2SGtBZ0VXTEZvbjNaMlJrWU51MmJlSXZqNXViRy9yMzc0L3UzYnZqL1Buek9ILytQTHk5dmJWK3VjYU9IWXQ1OCtiaG80OCt3b0FCQTlDN2QyOUEweU02Ti9jMU42Y25ON2ZtOHVYTGtNdmxDQW9LUXZueTVjV3ZRYUFKd0syc3JNUzVmdmJaWjNCeGNjRzVjK2ZnNit1cjlYd2VQbnlJWDMvOUZaYVdsdUpZaFFvVjhPT1BQNzdtSzA1RVJQUnVVcWxVRUFUaHZhaEs5TzQvUXowaGxVcFJ1WEpsZUh0NzQvRGh3eGcyYkJpNmRPa0NlM3Q3V0ZwYUlqWTJGaTR1TGhBRUFkZXVYVU9yVnEwQUFObloyYmg3OXk2ZVBYc0dSMGRIMk5yYTR1elpzemgxNmhTZzJhQ1ZXMW9EQUd4dGJjVzhseVZMbG9nSjRjSEJ3WUFtRjdXd1Q0Ym56NS9IblR0M3NIdjNiakdCZmMrZVBmamxsMSt3Y3VWS0dCa1pJUzB0RGNiR3h1STVmdi85ZHpSbzBBRFhybDJEdjc4L2R1ellJZWE1OXV2WEQ1NmVudmpnZ3crMHJ0TzhlWFBVcUZGRHZDMElBaElTRWxDcFVpV3Q0NTdQbHlVaUlpb3VucDZlTURZMkZyK056TXpNUlBmdTNmTlY4c2sxWThZTXRHdlhUdXM5K1B2dnYwZlhybDNSc1dOSHJXUDkvZjFoYW1vS2UzdjdmT2ZadkhrekhqNThxUFd0S2dEODlkZGZhTmV1SGY3ODgwOWN1M1lOYytiTXdSOS8vSUhQUHZzTS8vNzdMM2JzMklHdFc3ZStwV2V2dXhqSTZwREF3RUQ4L2ZmZnVIRGhBdXpzN0hEeDRrVUF3TGZmZm9zYU5XckF5TWdJSjA2Y3dJVUxGK0RxNmdvQWNIUjB4QWNmZkFBek16T3NXclVLTzNic2dMT3pNNFlPSFFwb05uZ1ZsSmplbzBjUDJOblpZZm55NVJnM2JoeHNiR3hRcVZJbFhMbHlCWlVyVjg1M2ZHUmtKT2JObTRmaHc0ZmorUEhqcUZ5NU1vNGZQNDVUcDA2aGRldlcyTFZyRjZCWjZiVzB0TVN2di82S2tKQVFKQ1Vsb1hyMTZoZ3pab3hZbnVUQWdRTml1b01nQ1BqMjIyOHhiOTQ4VktoUUFRQlFybHc1cldENjMzLy9oWmVYRjd5OXZjVlVDQ0lpb3VLV3U4Z0RBUEh4OFRBeU1oTEhGQW9GVkNxVjFqSFZxbFZEK2ZMbGtaQ1FnQXNYTG1ER2pCbmlmWm1abWZqbm4zL3l0YmNGQUlsRUFqYzNOM2g1ZVJXNW85YUZDeGNRR0JpSVJvMGFBWnJBMXR2Ykd4MDdkc1RseTVmRmtsL1ArL2pqai9IaGh4OENtc1dyQVFNR29HUEhqaGcyYkJocTE2NE5BSGoyN0JsY1hWM0Yxcmk2aklHc0RoazJiQmptejUrUEtWT21vSFhyMWtoTFM4T3NXYlBFUlBQaHc0ZGo0Y0tGNk5peG83ZzY2ZVBqZzhqSVNMaTV1YUY2OWVxSWlZbEJ6Wm8xeGJxeWFXbHA0czlWcTFhRmg0Y0hvUGxhUGlVbEJhYW1wa2hPVHNiOSsvZFJyVm8xWEw5K1hReVNvVWw1eU1uSmdVS2hRSXNXTFpDYW1nb0xDd3VjT25VS2RlclVnYVdsSmRhdVhTczJhcmgxNnhZMmJOZ2d6czNSMFJHLy8vNDdBS0JMbHk1WXNtU0pXTTRMbWw5ZU16TXo3Tml4QTFPblRnVUFuRHAxQ21xMUd1WEtsWU5TcVVUNzl1MnhkZXRXSER0MkRGOSsrU1dnNld1ZG1wb3FGb1ltSWlKNjIzTGJ0d0xBZ3djUElKVktFUmNYQjJqZUg3T3pzN1dPNmRldkg2NWV2WXBEaHc0aE96c2JBd2NPQkFCTW1USUZCZ1lHeU16TVJNK2VQY1hqbXpWckJpOHZMemc0T0dEbzBLRll1blFwZHU3Y1dhUkZtNmxUcCtMRWlSUGk3ZGpZV0t4WXNRSkdSa2E0ZlBreVdyZHVyVlh1OHROUFAwV1ZLbFZnYVdrcFZsYll0MjhmTWpNekFRQ05HemNXTjR1dFhidjJqVjYza3NSQVZvZFVyRmdSUmtaR0NBZ0lnSTJORGJadDI0WXhZOGFJZ2F5eHNURnljbklLck04S3plcG1XRmdZSEIwZEFRQUhEaHdRNzB0TFM0T1RrNU40M0pZdFc4U1NIRTJiTnNXV0xWdHc1Y29WUEhqd1FDdi9Oams1R2Q5ODh3MTI3ZG9GZDNkM2NieDM3OTR3TmphR2o0OFBSb3dZSVk3TDVYSllXVmtCQUw3KyttczBiTmhRREdSVFVsSnc5dXhaSER4NFVHdmVUazVPR0RObURFYU5HZ1VMQ3d2NCt2cWliOSsrdUgzN05oUUtCZHEzYnc5WFYxZTR1cnFpWjgrZUVBUUI3ZHExZzZPakl6cDE2aVJlajRpSTZHMWFzbVFKWW1OalVhOWVQWncrZlJvR0JnWmlXa0I2ZWpvOFBEemc2dW9xVmhnQ2dIUG56bUhDaEFuaTd2OFZLMVlnS3lzTFBqNCs4UEx5UXBzMmJRQUFmLzc1Si9idTNTdGVhK3pZc1JnNGNHQ1JndGliTjI5aS92ejVnT2FiVUxsY2pvb1ZLOExIeHdjdUxpNWltdURUcDA5eDd0dzVmUERCQjJMYVFrcEtpaGdQNUs3SUFzQ2RPM2ZFOFdmUG5zSEd4dWF0dnBiRmhZR3NEakUzTjhmR2pSdmg3ZTBOWjJkbm1KbVpZY0NBQVJBRUFlZk9uUk1MSFcvWXNBRmx5cFRCMkxGanRYWkRCZ1lHUXFGUWlGOFpGT2FmZi81Qm1USmxZRzF0RFdnMmhzMmRPeGYvL1BNUE9uZnVyUFZMbEpLU0FrTkRRMFJGUmVITW1UT0lpSWpBM2J0M1lXcHFLbjZpOC9iMkxuQkZ0bUhEaGxyWHpTMFMvWHdPcm8yTkRSbzNiZ3dmSHgvMDY5Y1BOMi9leE1xVks3RnYzejd4bUlZTkc4TGIyeHN5bVF5alJvM0NyRm16TUd6WU1DeGR1aFNlbnA1djhLb1RFUkVWTENFaEFXNXVicGc1Y3laMjd0eUpRWU1HaWZmZHZIa1RDUWtKdUhMbENqWnYzb3p2dnZ0T1RBdVF5V1RpKzZKVUtzV05HemRnYVdrcEJySFFiTWd5TkRSRWNuS3kyUDJ5Um8wYXNMUzBSRVJFaE5ZY1VsSlN0RHBrMXFwVkM3Nit2amgwNkJBMmJOaUFHalZxWU5pd1llaldyUnVHREJrQ0FHSTkrVHQzN3VEcnI3OFdGMzJhTjI4dXJyeWVQMzhlVjY1Y3dZMGJOekI0OEdCa1pXV2hXYk5tU0U5UEY5UDlkQjBEV1IyaFVxbXdkKzllK1B2N1F5NlhZOU9tVFpETDVUaDI3Qml1WDcrT1E0Y09ZZG15WldqWHJoMmFOV3VHYWRPbTRkNjllNWcxYXhaaVltSmdaR1FFTHk4dmRPM2FGVktwRkE4ZlB0UnFXNnRXcThXZkh6OStqSkVqUndLYXpXSlNxUlQxNnRYRDNMbHp4YTlJcEZJcE1qTXpjZXZXTFZTclZnM1EvR0orOWRWWGFOU29FU3dzTE1UekRSNDhXQXgrRlFwRm9SVVZWQ29WaGcwYkJxVlNpZXpzYkNRa0pJaWJ6VWFQSG8xNzkrNGhMaTRPZ3dZTmdybTVPWXlNalBENDhXUHg4WlVxVmNLVEowOFFIaDRPS3lzcjFLdFhEM1oyZG0vNS93UVJFZEYvYXRTb2dlSERoOFBGeFFYejVzMURqeDQ5eFB0VUtoVU1EQXpRdm4xN1ZLdFdEYytlUFN2MFBLMWF0VUtMRmkwd2VmSmt1THU3dzhEQVFBeGtueng1Z3NPSER5TWlJZ0lPRGc0WU1XSUUxcXhaSXo3MjhlUEhrTXZsV21PZmZ2b3AvdnJyTDFoWldXSFNwRW00Y3VVS3JseTVnci8vL2h0Tm1qUkJlbm82bmp4NWdxcFZxMnBWT3ZMMjlrYVpNbVV3ZmZwMDhWeVJrWkc0ZE9rU2F0YXNpYlMwTk96YnR3L3QycldEVkNwRmxTcFZ4THhaWGNWQVZrZklaRElZR2hwaSt2VHBzTFcxRmNjLytlUVQvUDc3NzlpMWE1ZjRhYXBSbzBiWXUzY3ZZbUppTUhQbVRJU0hoMlBjdUhHNGUvY3VSbzBhQldnNlhoV1dXakJ3NEVDY1BYc1dBd1lNZ0VLaFFKVXFWYkJvMFNKODlkVlhxRm16SmdEQTN0NGVYMy85TlV4TVRMQml4UXJVcmwxYkRINmZ0M2Z2M2dKWFpKODNaY29VcU5WcXRHdlhEbXExR20zYnRrWDU4dVVCQUczYnRrWGJ0bTBCVGQ0UE5MK29reVpOZ29PRGc3anlyRkFvNE9Ua2hMSmx5d0thdEFnaUlxSzNUUzZYWSszYXRiaDA2Uks2ZHUySytQaDRuRGh4QXF0WHJ3WTBDMEZ5dVZ5cmlVOXU5NjUxNjlaaDI3WnRnT2I5ZDhxVUtiQ3hzWUZNSm9PbnB5ZW1UcDBLcFZJSlEwTkROR3pZRUV1WExzV0dEUnVnVkNwaFptYW0xZGlnb0tvRmtaR1JxRnUzTGhvMGFJQmZmdmtGRXlaTVFJMGFOWkNjbkl4eTVjcmhoeDkrd0xWcjE5Q2tTUk1JZ2lDK3QvZm8wUU9mZmZZWkFDQXVMZzQ3ZCs1RWxTcFYwS1pORzV3NGNRS3VycTVhKzFqeS9xeXJHTWpxa055azhPZmxkdGZLcTN6NThpaGZ2cnhXZTlhODNVUHlCckhRcEMza3JWN3c2YWVmb25IanhxaFFvUUlNRFEweFljSUVyZHpibVRObkZyaXo4bm1uVDUvV3V0MjBhVlA4K3V1dldtTzV2L1RRclBUKysrKy9MejB2QU5TcFUwZXJsUzRSRVZGSk1UQXdnTG01T1hidTNJazllL2JBejg4UHZyNis2TjY5TzZBSk1BOGNPSUEvL3ZoRDYzSEhqeC9IK1BIanRYSmtjODJiTnc5ZmYvMDFPbmJzQ0tWU0tYNHIrYXFlUEhrQ1gxOWZQSDc4R0FrSkNlSWVsaVpObW1ERWlCSG8wS0VEZHV6WWdRY1BIb2p0NmJPenMzSDI3Rm5jdjM5ZjNJUFN0MjlmREI0OEdBWUdCcWhmdno3V3IxOFBxVlNLK3ZYcnc5TFNFbDI2ZE5INVhOa1h0NXNndmZLeTdpRjVHUm9hb21yVnF1SXZVZlhxMWQrTHdzbEVSRVJGWVdCZ0FCY1hGMFJFUk9EUW9VTklTVW5SNms0WkZCU0VuSndjaElhRzVudHNibzZzc2JHeDFudHpwVXFWNE83dURoc2JHMlJuWjc5MklHdHJhNHVPSFRzaUt5c0xhOWV1eGZqeDQyRm1aZ2E1WEE1b1NtOG1KU1ZoNzk2OTRpS1prWkVSVkNvVlRwNDhpYkpseTZKSmt5WUlEdy9IeFlzWGtaaVlpTE5uejZKMjdkb3dOVFhGbVRObkVCTVRvMVhUWFZjeGtOVVR6L2RaMXVmcmxNVHpJQ0lpZWxOWHIxNkZtNXNibGkxYmhqcDE2b2o3TnFLaW9oQWVIZzRYRnhmODl0dHZyM1RPNXMyYnc5alkrSVdCN05XclYxOTREZ3NMQ3lpVlNraWxVbHkrZkJtUEhqM0NyVnUzeEJyeU9UazVzTEN3Z0pHUmtaaUtCd0JEaHc2RmlZa0o1c3laZzFHalJxRkdqUnE0ZS9jdU1qSXljUC8rZll3YU5RcHVibTdvMUtrVE9uVG9BRE16czFkNmJxV0JnYXdPdW56NWNyNzZxQ3RXck1ER2pSdjE4anA1eGNmSDQ2dXZ2a0ppWW1LUmpzL0l5Q2kydVJBUkVSVW1LeXNMQ3hjdXhKSWxTOUNrU1JOSUpCS29WQ29vbFVvc1hib1VJMGFNUU8vZXZSRVVGSVJMbHk1cFBYYlhybDBZUFhvMFJvOGVYV2pucjh6TVRKaVltSWkzQlVGQWNuS3kyS2IrWllzK1gzNzVKVHc5UGVIajQ0UHAwNmZEMnRvYWNya2NHUmtaK1BiYmIxR3VYRGwwNmRJRjQ4ZVBSMlJrcFBnNHFWU0tPblhxb0U2ZE9scVZDVXhNVE1UeHZCdTZkUjIvUzlaQkowK2VST3ZXcmJYR0Jnd1lnT0hEaCtPTEw3NUFuVHAxdE80YlBIZ3dxbFdyQmdNREF3UUhCOFBLeWdvV0ZoYUlqbzZHb2FFaHFsV3Joc1RFUkZoYlcydmx2YjdxZFlwaS8vNzl1SFhyRmhZdFdsVGcvWlVxVllLdHJTMzI3TmtqbGdiSjYvejU4emgvL2p4aVkyUEZuWllPRGc1WXQyNmQxaWREUVJDUWs1T1RMMGVYaUlqb2JUQTFOY1dCQXdkZ1ltS0N4TVJFUEhqd0FKVXFWY0tDQlFzZ2xVb3hjT0JBeUdReXpKNDlHN05temNLeVpjdkVXcTJmZi80NXVuYnRDZ0RZc21XTGVNNlZLMWZpcTYrK1FxMWF0WERseWhXdGpXSjM3OTdGMzMvL2pTRkRobUQvL3YwdnJDY2JFaElDWDE5Zi9QUFBQK2pSb3dmNjkrK1BQWHYyd05mWEYzNStmcWhYcng2V0xsMEtJeU1qTEYrK0hJNk9qdGk4ZVROc2JXMlJucDR1MW45UFRFd1VXK2lHaG9hSzQwK2VQQkUzWHVzNkJySTZKaWNuQi83Ky92ajExMTh4WWNJRXJmdHExS2lCWmN1V2liZmJ0bTByVmlubzFhc1hURTFOa1o2ZWpnNGRPcUJPblRvNGUvWXN5cFl0QzN0N2U0U0VoQ0ErUHY2TnIvTWkwZEhSMkxKbGk5WkdNMWRYVnlnVUNxM2owdExTa0p5Y2pNbVRKMnVOanhneEF0V3FWWU9EZ3dQV3JsMkxYMy85RmZYcjE4ZStmZnZnNk9pSThlUEhhNTJqWDc5K0w1MFRFUkhSNndvUEQ0ZXpzek5NVFUweGZQaHdMRnUyRElJZ1lOV3FWV0lEaEhidDJtSEdqQmx3YzNQRDFxMWJBUUJWcWxRUk4wbFpXbHFLNTd0Mzd4NEdEeDRNQUxDMnRrYTNidDNFKzFxMGFBRW5KNmRDVzh2bUpaUEowTFJwVTB5ZE9sVmM1SEYxZFVWaVlpTEtsU3VIcjcvK1dneUV2Ly8rZTNUbzBFR2NqNW1aR2J5OXZRRUF2cjYrU0U1T2hrUWlZV2N2ZWp0T25UcUZNbVhLb0dIRGhwZ3laVXFCeHdpQ0FJbEVJdjV5MUt4WkV3cUZBb0lnb0gvLy9raE5UY1d1WGJ2UXQyOWZRUFAxaFZRcVJlWEtsZC9vT2kremJkczI5Ty9mWCtzckNTY25KNmhVS3EzakZpMWFoQzVkdW9qOW9YUFZyVnNYRlN0V1JQMzY5YkY1ODJhdHpXZHhjWEZhL2F4elcrb1JFUkVWbDZaTm0rTFNwVXRpVVBqczJUTlVybHc1MzJwcGp4NDk4T21ubjhMTXpBelRwMC9YMnVBMVo4NGM4ZWYxNjljak96c2JhclZhSzYwQW1qYjBCWEYyZHM0M1ptMXRMVFkxeXF0Q2hRb0ZWa0JxMzc2OStQUEpreWZGbi9NdUNPVXQrVlZZWEtDTEdNanFrSnljSEhoNWVVRWlrWWhsUDM3NTVSZXNXclZLNjdqOSsvZmp4bzBiV0xwMEtYYnYzbzJzckN3Y1AzNWN2Rjh1bHlNOFBMekFyeVZzYlczUnFsV3JWNzdPeXlpVlNwdzllelpmMG50QkRRdE1UVTFoYlcyZEw2MEJtdElrZCs3Y1FWUlVGTDc1NWh0VXJGZ1IzYnQzeDYxYnQ4VGRtTG5YSXlJaUttNTUzMHNMYXhFUHpVb25OTzl4TC9LNmxRcW9ZQXhrZGNqKy9mdGhiR3dzQm16VnFsVkRRRUFBWW1KaXhHWUlBSERwMGlXeGFZS2pveU1HRHg2TUN4Y3VpUGZIeGNWaDkrN2RXcTMwREF3TThQSEhId09hSlBSWHZjN0xoSWVIdzlEUThMWHlhdk5hdEdnUmdvT0RNV3pZTUhoNGVLQk9uVHFJaW9wQ3k1WXQwYUJCQS9FNHBWSlphQUk5RVJHUnZsRW9GR0p6SVNvNlZpM1FJYmR1M1lLYm01dDQyOERBQUE0T0RqaDE2cFE0cGxRcWNlM2FOYkhBTVRRcnVmUG56MGQ4ZkR6aTQrTWhrVWd3ZE9oUThYWjhmRHgrL1BISE43N09pOFRIeDJ1bEx1UTZlUEFnK3ZUcG8vWGZnd2NQOE1NUFAyaU5EUnMyVEh6TThlUEhJWkZJc0g3OWVqeDkraFN1cnE3NDdydnYwS2RQSDdSdTNScTlldlZDLy83OXNYYnRXaHc5ZXJUSXJ5OFJFVkZwU1V4TXhMVnIxd0ROVi9yeDhmR0lpWW5COWV2WEFjMCtrY3VYTHhmNDJPam9hTXlkTzFkcjdOcTFhL24ybXJ5UHVDS3JRMmJQbmcyMVdxMDE1dURnZ0UyYk5tSDA2TkdBcGdCejVjcVZVYTllUGEzakZBb0ZybHk1VXVpNTg1NzNUYTVUbU55ZTA4L3IxcTJiVm00T0FFeWFOQWxqeDQ1Rml4WXR4TEhjcFBuVTFGVDgrKysvc0xXMVJhTkdqZURtNW9aOSsvYUo5M2ZxMUFuYnQyOUhwVXFWaWpRdklpSWlYWkNabVltNWMrZUtHNjJVU2lWbXo1NE5KeWNuSkNVbDRjR0RCMmpXckZtQmp6MS8vanhxMWFxRnhZc1hpMlVwY3lzcGZQLzk5K0p4MXRiV1JkcWMvUzVoSUt0RExDd3N0THFHQUVDYk5tMHdhOVlzUEh2MkRGV3FWTUg1OCtjTFhDVTFOVFZGaHc0ZENqMTM3aWUrTjcxT1ljcVhMMTlnYmRpeVpjdHFGV09HWmdXNFhMbHkrT0NERC9JZHYyblRKblRwMGdWWHIxN0ZaNTk5aGlGRGhzREx5MHNzRHAyZW5vNnBVNmVLUWJPN3V6dktseTlmNUhrU0VSR1ZCaXNySzB5ZlBsM2NBSjJVbEFRSEJ3ZDA3ZG9WSjArZVJMbHk1YlRhc2xlcVZBa09EZzRBZ0JNblRtREpraVdReStYaUhwR1FrQkFjTzNaTTZ4dE5mV2hnOExZeGtOVnhwcWFtYU51MkxVSkNRbENsU2hYODlkZGZXcVd4Y2tra2twY21tTCtONnhUR3hzWUdpWW1KaUl1TEt6REZvS2d5TWpMZzR1SWlCcTVHUmtZWU5Xb1VuSnljQUFCOSsvYkZva1dMeENMTytsUzBtWWlJM2w5ejVzeEJTRWdJQU9EUm8wZVlOV3NXWkRJWlpESVp6cHc1ZzhhTkcrUHAwNmRJUzB2RHNXUEg0T3JxQ21qcXU2YWxwYUZXclZxSWlvb1NOMVVuSkNUZzhlUEgyTDE3TjZBcG5lbmk0bEtLejdCME1KRFZBKzd1N2dDQXNMQXdxRlFxTkd6WU1OOHhtWm1aV2ptdXozdStCTmJyWHFjd0ppWW1zTGUzaDcrL2Y0R2xQNHBxenB3NVlocEJycndydWhLSkJCWVdGaWhYcnR4clg0T0lpS2lrL2ZUVFQzajI3QmtXTGx5SXAwK2ZvbjM3OWhnMWFoUnUzcnlKNE9CZ3VMcTZ3dEhSRVVGQlFiaDE2NVpZR212YnRtMWlwWVBFeEVROGZ2eFlESEp6UFgzNkZGdTJiR0VnUzdyanp6Ly94SUlGQzdUR2xFb2xjbkp5OE5sbm53R2FUMSs1bjhRcVZxejR3akpaZVlzdXY4bDFYbVQwNk5HWU0yY08rdmJ0QzBORFEremV2UnNiTm13bzhOZ1pNMmJrRzdPMHRNeTNlZXZVcVZOYXRlM1MwdEl3WnN3WU1kaXRWcTBhUEQwOVh6bzNJaUtpMHFKV3E3RjkrM2I0K2ZtSkxXaWJObTBLRnhjWDJOdmJvM3YzN2dnUER3Y0FzYXNsTkp1ejc5eTVvL1dOYTB4TURIYnMyS0YxL3ZlNXRqb0RXUjNWcVZPbkl1V29mdmZkZDBoTFMwTmNYRnkrRGwxNUpTY25ZOEtFQ1dqWnNpWEdqUnYzeXRjcGltYk5tcUZ6NTg3dzhQREE5T25UNGVqb0NFZEh4emM2WjlldVhjVTJmMFJFUlBvb3R5bVJ0N2MzRGg4K2pHSERocUZMbHk2d3Q3ZUhwYVVsWW1OajRlTGlBa0VRY08zYU5iUnExUW9BY09IQ0JiaTZ1bUxkdW5YaXVXclhycTNWNlJJQUhqOSsvTjR1NmpDUTFUSFBKM3UvelBOTkRJcnJPa1gxelRmZkZManA2MVhsdHZraklpSjZGd1FHQnVMdnYvL0doUXNYWUdkbmg0c1hMd0lBdnYzMlc5U29VUU5HUmtZNGNlS0VHTHdDd0toUm81Q1dscVoxbnZ2MzcyUE5talZhWTNrYkJyMXZHTWpTV3lXVHlkNW9zeGNSRWRHN2FOaXdZWmcvZno2bVRKbUMxcTFiSXkwdERiTm16WUs1dVRtZ2FWRzdjT0ZDZE96WVVTd3hhV3hzbkMrUXJWKy9QbWJQbnEwMUZoc2JpNTkvL3JrRW40M3VZQ0JMSlU2cFZCWlljNWFJaU9oZFZiRmlSUmdaR1NFZ0lBQTJOamJZdG0wYnhvd1pJd2F5eHNiR3lNbkplV0ViWEdnMlpEL2ZIRUdoVUJUcjNIVVpPM3ZwZ1lpSUNPelpzNmZBK3pJeU11RGw1WVdjbkp3QzcvL29vNDhRR3h1YmIxeWhVS0JQbno2NGNlT0cxcmlmbngrY25aM2Ywc3p6YzNkM2YyOC9OUklSMGZ2TDNOd2NHemR1UkpNbVRlRHM3SXlnb0NCVXJWb1ZnaURncjcvK3d1TEZpekZqeGd3Y08zWU1HelpzeU5lNEtGZmp4bzJ4ZXZWcXJmK2VYNkY5bjNCWlRNY29sVXBrWldWcGpjbGtNbXpldkJuMjl2YjVPbG9aR2hyaTh1WExpSTZPeHBJbFN5Q1JTSXAwSFM4dkx6eDU4a1NycXNDbm4zNkszYnQzdzhEQVFHdmoyT0RCZytIZzRBQW5KeWVVS1ZNR1Vxa1VJU0VoT0hqd0lKeWNuS0JRS1BKZHQxMjdkcERMNVlpTWpOUWF6OGpJUUZ4Y25OaW1MNjlKa3liQndjRUI4K2ZQaDYydDdSdVY4U0lpSXRJVktwVUtlL2Z1aGIrL1ArUnlPVFp0MmdTNVhJNWp4NDdoK3ZYck9IVG9FSll0VzRaMjdkcWhXYk5tbURadEd1N2R1NGNWSzFia081ZE1KaE5YY1hNOTMzam9mY0pBVnNkY3VYSUYwNmRQejlmMXlzek1ETk9tVGN0My9LWk5tN0JxMVNvTUdUSUVmLy85dDFneTYwVjI3dHlKd01CQW5EMTdGdE9tVGNQMDZkTmhhMnVMaFFzWHdzSEJBUk1uVHNUNDhlT3hjT0ZDc1FSSUxuZDNkNVFwVXdaang0NFZ4dzRkT2xSZ1hkZWNuQnhjdVhJRmxwYVdPSEhpQkdyVXFJRk9uVHFoZlBueUNBME54YzZkT3pGMTZsUmN2SGdSWGJ0MkZYOHhYVjFkTVdEQUFMUnQyeGExYTlkK3BkZVBpSWhJMThoa01oZ2FHb3J2dDdrKytlUVQvUDc3NzlpMWF4ZXNyS3dBQUkwYU5jTGV2WHNSRXhPamRZNWR1M1poeDQ0ZFNFdExRNTgrZmJUdVV5cVZTRWhJUUo4K2ZYRGt5SkVTZWxhNmdZR3NEckt4c2NIMjdkdVJrSkR3d3VQS2x5OHYxbFBkdlh0M2tUZFpaV1ptWXViTW1WaS9majNLbGkyTHJWdTNvbXJWcWtoS1NvS2hvU0hXclZzSFMwdEw3TjY5RzNQbXpORjY3S05IajJCaVlsS2tmQnhEUTBOY3VYSUZkZXJVZ1l1TEMzNy8vWGNNR1RJRUZTdFdSRXBLQ2xhc1dBRXJLeXNjT0hBQW5UcDFFcCtMdWJrNUJnNGNpRzNidG1IKy9QbEZlazVFUkVTNnJMQnZHWHYxNnBWdnJIejU4bUw3OVVxVkt1SEFnUU1BZ0tGRGh4YnpMUFVQQTFrZGxabVpXV2lIanVqb2FDaVZTaHcvZmh4eGNYSEl5TWdBTlAvWTQrTGlrSlNVcEhYOC9mdjN4VjJQTXBrTTQ4YU53N1ZyMXhBYkc0dnZ2dnV1MERua1hYWE50WC8vZnB3NmRRbzlldlFRQ3pTUEdERWlYemN1YjI5dmNZVlZxVlJpN3R5NVNFMU5oYk96TSt6dDdYSGh3Z1dzV2JNR1U2Wk1LZkRhbjMvK09aeWNuREIzN2x4dURDTWlJcUlDTVVMUVVXWExsc1dCQXdkdzU4NGRlSGg0WU1xVUtWQ3BWUER3OEVEVnFsWHh6VGZmNElNUFBvQ1BqdzlpWW1KdzZ0UXBYTDU4R2Y3Ky92RDM5eGZQbzFhcnNYWHJWckc5blptWm1WaDdOaXdzREd2WHJpMTBEb0lnYU4zMjl2YUdUQ1pEUUVBQVpzNmNLWTZ2WDc4ZWxwYVc0dTNCZ3dkcnRjUTllZklreXBjdmp6cDE2dURldlh1NGQrOGVvQ2toNHVmbmg3aTR1SHpYcmxXckZveU5qWEh2M2ozWTJOaTg1cXRJUkVSRTd6SUdzanBJS3YxL01ZbkdqUnRqNHNTSldMSmtDU0lpSXVEaDRZR1BQdnBJdkgvU3BFbUFwcFVyQUF3YU5BaURCZzBTNy8vb280K3dlUEZpVks5ZVBkOTF6TTNOWHhnazNyeDVVK3YyNE1HRHhhODM4akkxTlVXWk1tWEUyM2szZmprNk9tcWxTQnc1Y2dSUG56N1Y2aTVtWW1JQ0V4T1RmT2V0V0xIaVM5TXJpSWlJQ2hNY0dvWWhJNHF2RWc4VkxqZzByRVN1dzBCV3g4amxjcFFwVXdiRGhnMURkSFMwT0s1U3FhQlNxY1JVQUxWYWpjek1UQVFFQkx6MnRhcFdyUW9IQjRkQzcvZng4U2x3UENrcENkMjZkUk0zbnoxNDhFQnJCMlZ1S1RDbFVnbDNkM2V0eCtibXpEN2ZKL3F2di83S2x5Y2tsVXJ6clFvVEVSRVZoUURoV0dwcU9pNWRlZjMzeWRJa2s2SXNBS2pVeUNqdHVidzJpWEMwdUMvQlFGYkhwS2Vudzh6TUxGL1A1QnMzYnVEbm4zL0d6cDA3QVFDK3ZyNXYzR0kyTkRRVUhoNGVoZDVmV0JCWnZueDUrUHI2QXBvcUJoczJiTkRLWTVWSUpKQklKRkNwVkxoNDhTSTJidHdJYVBKcnUzVHBnbjc5K2lFNE9GamN1ZW52NzQvUTBOQjhnV3hpWWlJcVZLandScytSaUlqZVQxR2hRYXNCckM3dGVid3VPenM3Zi96My90K3h0T2VpeXhqSTZwam82T2dpbFp6YXMyZFBnWnV4MHRMU0VCTVRnMGFOR2hYNldKVktoZXJWcTJQT25EbGkzZHF1WGJ1SzkxKzllaFV4TVRINDlOTlBvVlFxSVpWS3RkSWRucmRzMmJJQ3kyOHBGQXJJWkRMWTJOZ2dPRGdZQVFFQjJMVnJGOHFVS1FNdkx5K2twcVppeElnUkNBNE9SbnA2dXRaam56NTlpclMwTkh6NDRZY3ZmUzJJaUlqby9jUkFWc2ZjdkhrVFE0WU1lZWx4RXlkT1JJY09IWUE4SzZkLy92a25WcTllallrVEo3NHdrUDN1dSsrUWtwSUNBTGgzN3g0cVY2NnNsVWFRbUppSXJLd3MxS2hSQTM1K2Z1amN1VE82ZHUySzlQUjA3Tnk1RTNGeGNSZ3dZQUMrL1BMTElqK3YzYnQzSXpFeEVjT0dEWU9Sa1JIS2xDbURBd2NPb0hIanhnVWU3Ky92ajQ4Ly9samNwRVpFUkVUMFBBYXlPdVRodzRjSUN3dkR4eDkvTEk3bHBobzhldlFJeHNiRzRuakhtV05xRFFBQUlBQkpSRUZVanYvL3B1SHUzYnNBZ0hYcjFtSHAwcVd3czdONzRYWFdyRmtEbFVxRmt5ZFBZdDI2ZGRpMmJadFdqdXZSbzBkeDkrNWRyZEpjMjdkdlIrUEdqYUZXcTdGNjlXcFlXMXVMdFdZSERCaVFyN05YclZxMXNHN2RPdkgyN05tenNYRGhRcTJWM2Fpb0tGaGFXaUlvS0FpR2hvYmllSFoyTm5idTNGbGdSeE1pSWlLaVhBeGtkY2pwMDZjeGFOQWdyUjM4Ym01dXVIYnRHb3lNak9EbTVsYmc0OHFWSzRlaFE0ZGk0c1NKQmU3K2YxNVdWaFlHRHg2TTJyVnJZOTI2ZGZsYTNSVms1TWlSQlk2ZlBIbXkwTWZrYlpxUXQ2cEIzckYrL2ZyQjJOZ1lTNVlzRWNmZDNkM1J0V3RYcmU0blJFUkVSQ1hPenM3T1B6ZGgrWDFTcDJFTC84SER4d2l2SWljblI4akt5bnFseDd5dW5KeWNFcm5PNjNqNjlLbWdWQ3FMN2Z5RGg0OFI2alJzOGQ3OW15UWlJdjN4dnNaUHI0b3JzanJFd01DZ3hMcFk2WEszckNwVnFwVDJGSWlJaUVnUEZMNFZuWWlJaUloSWgrbnVzdHc3Z0IxRmRGTkpkUnNoSWlLaTRzVkF0cGpvZTBlUnZONko3aUxQSzRGdUkwUkVSRlM4R01nV0UzM3ZLSklYdTRzUUVSR1JMbUtPTEJFUkVSSHBKUWF5UkVSRVJLU1hHTWdTRVJFUmtWNWlJRXRFUkVSRWVvbUJMQkVSRVJIcEpRYXlSRVJFUktTWEdNZ1NFUkVSa1Y1aUlFdEVSRVJFZW9tQkxCRVJFUkhwSlFheVJFUkVSS1NYR01nU0VSRVJrVjVpSUV0RVJFUkVlb21CTEJFUkVSSHBKUWF5UkVSRVJLU1hHTWdTRVJFUmtWNWlJRXRFUkVSRWVzbWd0Q2RBdXFkVnExYlZCRUVZbDN0YkVJUTZBTkN5WmNzZmM4Y2tFc25HZ0lDQXg2VTFSeUlpSWlJR3NsU1FlRUVRcGtra2tuTDRMMmpOSForUC93TGJaSWxFc3FRVTUwZEVSRVRFMUFMS0x5QWdJQWZBVVVFUUlBaUNPSjduOWxITk1VUkVSRVNsaG9Fc0ZVZ1FCTjg4SzdFaWlVUUNRUkI4UzJWU1JFUkVSSGt3dFlBS2xKNmVmdExjM0R3ZGdGbmVjVUVRMHRQVDAwK1czc3lJaUlqZVBkeWY4bm9ZeUZLQklpSWlGQzFidGp3dUNNTEF2T2tGRW9ua2VFUkVoS0pVSjBkRVJQVHU0ZjZVMThEVUFpcVVTcVhTU2kvUS9NeTBBaUlpb3JlTSsxTmVEd05aS2xST1RvNGZBSG1lSWJsY0x2Y3J4U2tSRVJHOXM3Zy81ZFV4a0tWQ0JRY0hwd000aWYvL0VwM1NqQkVSRWRGYmxwNmVmbElRaEh6dnM5eWZVamdHc3ZSQ2dpQWN5djEweUUrRFJFUkV4U2NpSWtJaGtVaU9RenVsZ1B0VFhvQ0JMTDJRSUFoSEFhaitTNWxWSFMzdCtSQVJFYjNMdUQvbDFUQ1FwUmNLREF4TUZnVGhOSUN6dDI3ZFNpcnQrUkFSRWIzTHVEL2wxVENRcFpmU3BCVHcweUFSRVZFeDQvNlVWOE02c2lXZ2JzTVdZd1hBc2JUbjhicFM1SUlob0VLZGhpMEdsL1pjWHBjRTJQMGdOSEJUYWMrRGlJam9aVFQ3VTc0Qzk2ZThGQVBaRWlBQWpoWVdaZzYyRFcxS2V5cnZwZURRTUtTbXBnTUFBMWtpSXRKNWdpQWNsVWdrS3Z5WE04djlLUy9BUUxhRTJEYTB3Ujd2emFVOWpmZlNrQkhPdUhRbG9MU25RVVJFVkNTQmdZSEpkbloycHlVU2laVDdVMTZNZ1N3UkVSR1JqdEUwUitCZXBwZGdJRXRFUkVUdkhPNVBLWDBsc1QrRmdTd1JFUkc5YzdnL3BYU1YxUDRVQnJKRVJFVDBUdUwrbE5KVFV2dFRtSHRCUkVSRVJIcUpnU3dSRVJFUjZTVUdza1JFUkVTa2x4aklFaEVSRVpGZVlpQkxSRVJFUkhxSmdTd1JFUkVSNlNVR3N1K2g5UFQwRjk2dlZxdExiQzVFUkVSRXI0dUJyQjVadm53NTl1M2I5MHFQR1R4NE1CNCtmQ2plVGs1T1J1L2V2UkVTRWxMb1k2Wk1tWUxnNE9CODQ2dFdyY0xSbzBleGN1VktIRHg0c01ESGVucDZZdlBtLzlmc3k4ek14R2VmZlpidnVMLysrZ3VuVHAzS056NXk1RWhjdUhDaFNNK05pSWlJM205c2lLQ25mdnp4UjV3NWN3WXFsUXBxdFJxR2hvWUFBSlZLQlh0N2U3aTd1eGY0dUhYcjFpRTdPeHUvL1BLTE9OYWpSdzk4K2VXWFJiNzI4T0hEc1dEQkF2VHMyUk1tSmlaYVFXOThmRHlNakl6RU1ZVkNBWlZLcFhWTXRXclY4TUVISDJEaXhJbG8wYUlGcWxTcEl0NG5DQUprTXRrcnZocEVSRVQwUG1JZ3E2Y1dMRmlBQlFzV3dNZkhCNkdob1pnN2R5NEE0T2pSb3poLy9qenUzNzhQWDE5ZnhNWEZZY3VXTGVqUW9RTU1EUTF4OWVwVjdOeTVFd1lHQmxDcFZIQjFkVVcxYXRVQUFDa3BLYmgrL1RvU0V4TVJFQkNBdUxnNExGNjhXTHhtWm1ZbVpESVpqSTJOQVFDOWUvZUdqNCtQMWdyc2cvKzFkK2ZoVVpUcCtzZnY2azZISkJBSTI3Q0poTWdTR01BRVJ2RWd1QUJoa1VFR1hCQjFBbTZISllJT2k0QnkxTUdSUldVWklEQXlPT0pSWkVZUVJZWkZvNkE0UDBRUWdhQUNJU01neHhDV0FDSDcwbDIvUHd3OXRPd0lxYnpKOTNOZFhxYXJxN3FmdDlNZDdxNTZuNnE5ZStWeXVYVGt5QkdwWkpwQ1lXRmh3RHI5K3ZWVHg0NGQxYU5IRDgyYU5VdWpSNDlXYW1xcUpDa3JLMHYvL3ZlL0ZSVDBuN2RtM2JwMWRjMDExMXoxMXhRQUFKaUZJR3VZakl3TWZmWFZWenA0OEtCKys5dmZxckN3VUNFaElmNzdpNHVMRlJJU29yQ3dNRVZHUmlvNE9GZ05HalRReVpNbk5XZk9ITTJaTTBlTkd6ZVdKTTJmUDE4MzNYU1RicmpoQmtsU1hsNmVVbEpTbEpPVG8vMzc5NnR4NDhaS1NrcnlQL1lycjd5aVpzMmFuYkgzZHRLa1NVcExTMU5VVkpTU2twSVVGQlNrMjIrL1hTcVpqenQ3OW15TkdqVkticmM3WUc5clFrS0M4dkx5ZE9EQUFiMzU1cHVTcEVPSERtbnQyclhhdEdtVEpHbmZ2bjNxM3IyN2hnMGJkbFZmVndBQXJxYnM3R3hWcVZMbG5QZjdmRDY1WE16NHZGUUVXUVBzMjdkUFE0WU0wZEdqUnhVV0ZxYjE2OWVyYnQyNjZ0YXRtNHFLaWdLQ2JGRlJrWUtEZzFXM2JsM2RmZmZkV3JwMHFYcjA2S0dhTld2cXZmZmUwK2pSbzZXU1EvZ1pHUm1xWHIyNjFxMWJwOGNmZjF4MzNIR0hCZzhlckIwN2RxaGZ2MzVxMmJLbDdyLy9mbVZtWmtxU1RwNDhLWS9IbzFkZmZWVXEyU003Wk1nUVpXUmthTXlZTVJvN2RxemVldXN0OWUvZjMxOVBjbkt5TWpJeXRHblRKaTFZc0VDalI0OVdzMmJOZE9qUUlVbFM5ZXJWMWJwMWEvOVVoMXR2dlZVdnZQQ0M2dGV2TDBsNitlV1hGUm9hV29xdk5nQUEvekYxNmxSRlJrWUcvTnQySWZmZGQ1OWVmdmxsTld6WVVDcnBUK25idDYvbXpwMnJGaTFhbkhXYkVTTkdhTml3WVdyWnNtWEE4bE03a1hidjNxMm9xQ2pkZGRkZFoyeWJtSmlvU3BVcTZkRkhINVZLanFEMjdObFRuMzMyV2NCNm4zNzZxUW9MQzlXdFc3ZUE1WU1HRGRKamp6Mm1tMisrK2FMSFdGWVFaQTFRdDI1ZHpaa3pSNHNXTFZKMGRIVEFoeWtuSjBkaFlXSCsyd1VGQmY1RC82ZGtaMmZMc2l6VnFsVkxDUWtKYXQrK3ZSSVRFOVd3WVVQZGVlZWRldlhWVjVXYm14dXd6Y2FORy9YWlo1L3B5SkVqL3IyeXArK1JYYlZxbFhiczJDRkphdENnZ2VMajR6VjA2RkQ5ei8vOGorNjQ0dzcvNDNpOVhnVUZCYWxqeDQ2cVY2K2VEaDgrckFNSERtaml4SW42OGNjZjlkaGpqL25IYytMRUNXVm5ad2ZNbWMzUHp3OFlId0FBVHFFL3Bld2h5Qm9nSkNSRVRabzBDZGp6ZWtwMmRyWnExYXJsdjMwcXlPYm41MnZEaGczS3lNalE0TUdETlc3Y3VJRHRmRDdmV2QrMDMzLy92ZExTMHJSejUwNk5IVHRXa3JSNzkyNUowdkhqeDVXZW5xN2R1M2NyUFQxZEtnbWFzMmJOMHNhTkc5V3RXemNkUFhwVXExZXYxdlRwMHlWSmhZV0Z5cy9QVjF4Y25QODVYbnJwSmIzeHhodDY4Y1VYQTU3N280OCtVdXZXclFQbXgxN29VQXdBQUtXRi9wU3loeUJydUxTME5QM1hmLzJYLzNaQlFZRkNRa0wwK2VlZjYrOS8vN3RzMjliQ2hRc1ZGUldsanovKzJMOWVibTd1R1lmc3Yvbm1HdzBiTmt3ZWowY3pac3hRbXpadE5IWHFWUDhISVNVbFJmdjM3OWVlUFh1VW5wNnVWcTFhS1Nnb1NPSGg0WHJycmJlMGVQRmlyVnk1VXN1V0xWUFBuajBsU1FzV0xOQ1NKVXYwNFljZm5uY2MyZG5aV3JSb2tSNTQ0SUdBNVptWm1Rb1BENzhpcnhVQUFKZUQvcFN5aXlCcm9QVDBkRTJjT0ZHVEowL1duajE3ZE8yMTEvcnZ5OG5KVWQyNmRSVVhGNmU0dURqZGQ5OTk4bmc4U2toSTBMNTkrelJ4NGtSSjB1SERoN1Z5NVVwTm16Yk52KzNBZ1FQMXozLytVMDgvL2JUL1c1bkw1ZExMTDc4c25XTnFRVkJRa0lZT0hhcms1R1M5OTk1N3lzdkwwNGtUSnhRUkVTRkoycjU5dTRxS2lyUnIxeTVGUjBlZmRUeDVlWG1hTUdHQ1FrTkQ5YnZmL1U1RlJVWHllRHpLeU1qUTd0MjdqZmhHQ0FBb1graFBNYU0vaFNCcmtPTGlZcTFmdjE2SmlZbTY3YmJibEpLU0lvL0hvMGFOR3ZuWHljM05QZXNVaE1URVJQL1AzMy8vdlI1NjZDSFZxMWRQYjcvOTlubTdKSDArbi9yMDZTT1Z6R0gxZUR4NjdiWFhsSnVicTY1ZHUwcVNObS9lckFrVEptamF0R21hTVdPR0RoNDhxSWlJQ1AvZTI2RkRoK3AvLy9kL05XblNwRFBHWTl1MkhudnNNV1ZtWm1yMjdOa0tEZzdXZ3c4K3FOVFVWQlVYRjZ0ejU4Nktpb3E2SXE4ZkFBQVhpLzRVTS9wVENMSUcyYjU5dXc0ZlBxd0pFeVlvTGk1T1E0Y09QZU5RUTJabTVubmZmRWVPSE5HWU1XTTBlUEJnZmYvOTk1bytmYnIvbStMWnVGd3VMVisrWERySGh5a3ZMMDhUSjA3VXBFbVQxS3BWSzFtV0phL1hxK0xpWWsyZVBGa0RCdzVVNzk2OXRYRGhRbTNjdUZFMzNYU1RKQ2sxTlZWcjFxelJqei8rcUNlZWVFTFIwZEgrS1FTblB0eEJRVUdxWHIzNkZYcjFBQUM0ZVBTbm1OR2Z3Z25MRERKZ3dBQXRYcnhZM2JwMTA0SUZDM1RvMENFOThNQUQyck5uajQ0ZVBhcjA5SFI5KysyM2F0U29rYnhlcjJ6YlZuNSt2dHh1dDM4TzZqMzMzS1BPblR2ci92dnYxNmhSbzdSanh3NGxKQ1JveDQ0ZDhucTlLaWdvVUhaMjlnWFBaWmVWbFNXMzI2M1EwRkF0V2JKRTdkcTEwN0ZqeDdSMzcxN1ZxbFZMZi96akgrVnl1WFR2dmZjcUpDUkVUei85dE1hTkc2ZU5HemVxb0tCQTQ4ZVAxNE1QUHFpY25Cd3RXN1pNT1RrNS9zZXVYTG15YXRldTdRK3h0bTNMNS9OZDlkY1hBSUNMa1phVzVtL1cwcy82VXhZdFd1VHZUemw5TDZuTzA1OHlhTkFnWldabWFzYU1HZXJXclp0OFBwOFdMRmlnQlFzVzZKdHZ2dEg2OWV1MVlNRUNyVnUzVHBJQytsT2FOR21pVmF0V3FXZlBua3BLU2xKU1VwSisvL3ZmS3lJaXduODdLU2xKc2JHeFo0empWRGI0ZVowbTlhZXdSOVlnZmZ2MmxTUXRYcnhZNzd6emp1Yk9uYXRLbFNwcHdvUUpTazFObGN2bFV0ZXVYZFdtVFJ1dFhyMWF6ejMzbktLaW9sUzVjbVhkZGRkZGF0aXdvV2JPbkttWW1CaEpVbWhvcU9iUG42ODVjK1pvOU9qUm1qWnRtZ1lPSEtoR2pSb3BNakx5ak9ldlhyMjZpb3FLMUxGalI5bTJyY21USjB1Uzl1elpvMGNmZlZTaG9hR0tqNC9YbENsVFpOdTJYbm5sRmY4M3o1dHZ2bGxQUGZXVXhvd1pvMm5UcHFsQmd3WWFObXlZNHVQamxaaVlxRUdEQmlrdkwwOXV0MXVXWmNteUxCVVZGYW1nb0VBK24wL0xsaTFqcml3QXdESDBwNVJOQkZrRDllclZTeDA3ZHZTZmFQa2YvL2lIZkQ1ZndIbmd1bmZ2cnJpNE9QK0g0cDEzM2xHMWF0WE9lS3hLbFNwcDFLaFJldUtKSnhRVUZLUXRXN1lFM1AvR0cyLzRmMzdra1VjazZZeVRNYmR1M1ZvYk4yNlVaVmxTeVFlMWR1M2EvdHVuM0hISEhicmxsbHRVcFVvVnRXM2JWcFpsS1R3OFhPUEdqZk1mZmpsMWJqN2J0dVZ5dWZ6QkZnQUFKOUNmVXJZUlpBMVV0V3BWVmExYU5XRFp6ejhRTHBjcllOblpRdXpwVHA4YmM3cFRIWXdYY25yWVBIM0MrTStkbW5OenJ1ZjcrV2xDQUFCd0V2MHBaUnR6WkFFQUFNNkIvcFN5alNCckNKL1BwK1BIajEveWR1Ky8vNzcveWgwcXViTEhWMTk5ZGRIYloyVmxxVjI3ZHNyS3lycW85WXVMaTVXV2xxYk5temZyblhmZTBiRmp4elJod2dRdFhibzBZTDNMSFE4QUFLV3BiOSsrcWxldm5yOC81YVdYWHZMM3AzVHYzbDI5ZS9mV2IzN3pHN1ZwMDBZZmZmU1IycmR2cjVDUUVIOS95cnAxNnpSejVrd2xKQ1JJcC9XblJFVkZhZlRvMGRxNWM2YzZkT2lna3lkUFhyQS9aZGFzV2JyeHhodWxrdjZVOXUzYnExKy9mbnJnZ1FjMFpjb1VuVHg1OHB6OUtkdTNiL2YzcC96bEwzOVJ0V3JWTkdqUUlOMTY2NjNxM0xtenVuVHBvcTVkdStyV1cyL1ZUVGZkcFBidDJ5c3RMYTJVWCsxTHg5UUNReVFuSjJ2czJMRjY0WVVYL0cvaXpwMDdxN2k0Mkg5WXY2Q2dRSU1IRDlaRER6M2szeTRrSkVURGhnM1QvUG56RlJrWnFlTGk0bk1lMXI5Y2lZbUordnp6ejNYczJERWRPM1pNTld2V1ZHUmtwQm8yYktqMjdkdGYwZkVBQU9BRStsUEtKb0tzSVdKaVlqUng0a1NOSHo5ZUw3endnanAwNkNCSldyVnFsWC9lNmFtcmZweXVSNDhlT25Ub2tCWXZYcXp4NDhjck96dGJsU3RYdnFLMTllblRSNzE2OVZLTkdqWDAxRk5QcVgvLy92N0w1RjNwOFFBQTRBVDZVOG9tZ3F4QjJyZHZyMFdMRnFsMjdkcnllcjNLemMwOTcrVHkzYnQzNjhTSkU0cU9qbGF6WnMzMDVaZGY2dVRKazBwTlRkV3hZOGNDMXExZnY3Ny9XK2FsdXR4VGRGenFlQUFBQUU1SGtEV0F6K2ZUdUhIajlOQkRENmxGaXhhU3BJOC8vbGhObWpRSitPWlhxVklscGFTazZNQ0JBd29QRDlmSEgzK3NuVHQzK3UvUHljbVIyKzNXeXBVckF4NS83OTY5NnRHamg0WVBIMzdPR25yMDZISEdzb1VMRjZwcDA2YWxOcDVUNThjREFLQTArSHcrWldabVhuSVgvL3Z2djY5V3JWcXBTWk1tVWtsL3l0TlBQNjNmL09ZM1Y2blMvM2o5OWRmVnZuMTd0V3paOG96N0xuYzhaUmxCMWdBdWwwdTllL2ZXNDQ4L3JyRmp4eW80T0ZndnZ2aWkvMUowcC9UczJWUGJ0bTNUK1BIamRmLzk5L3NubHAreWF0VXF2ZnZ1dTVvelowN0E4aWxUcGlnNE9QaThOU3hkdXZTTXk5V0ZoWVdwc0xBd0lPVG01T1RvMjIrL2xjZmo4Uy9MemMzVnVuWHJOSGZ1WEVuU2lCRWpMbXM4UDcveUNBQUFWMU5wOUtlc1dMRkNVNlpNdWVpYXdzTENsSlNVcEtsVHAycjE2dFVLQ1FuUmtTTkg5TWtubnlnakkwUHo1czNUaWhVckFxWUtqQmd4UXAwNmRTcVgvU2tFV1VOMDZ0UkppWW1KY3J2ZHFsbXpwcVpQbjY3NjlldnIwS0ZEQWV1Tkh6OWVOV3ZXUE9zSFp0T21UV3JidHExKytPRUhoWWFHcW5idDJsTEpOWmxQRDU1blU2VktsYk5lcnM3dGR2dlBkU2RKVHp6eGhCNTg4RUhkY01NTi9tVXZ2dmlpV3JkdTdUL3ZYa2hJaUR3ZXp5OGVEd0FBVjFOcDlLZDA3OTVkblRwMUNsajI0WWNmYXNXS0ZXZnNlUHE1a1NOSDZvWWJidENnUVlOVXFWSWxQZi84ODRxS2l0TDgrZk1WRkJTazNidDNhOXk0Y1dyZXZQa3ZHazlaUmpvd1NQMzY5YlYvLzM3VnFGRkQ4K2JOMCtiTm0xV2pSbzJBZGZiczJhTUZDeGI0MzdTbjVPZm42MS8vK3BlbVRwMnFqUnMzNnAxMzN0R0NCUXNVRVJHaG9xS2lDKzZSUFovVEEyNWVYcDVxMWFvVnNDd29LRWlWS2xVNkl3ai9rdkVBQUZBYVNxTS81ZWYvQm9lR2hzcnRkbC9VbExyTm16ZXJVNmRPbWpKbGlycDM3NjdVMUZSTm5UcFZkOTk5dHlaTW1LQUpFeVlFTklLVnQvNFVncXhCTm16WW9FV0xGdW5OTjkrVUpEMzg4TU5uWEYxazRNQ0JaOTMyL2ZmZlY2MWF0ZFN1WFR1MWE5ZE9lL2Z1VlVKQ2dsNTc3VFhsNU9TYzlkSjZsOHEyYmFXbHBaMjNjL0pLalFjQWdLdko2ZjZVZ29JQ1BmdnNzM3I0NFlmUGVuN1pVNzc0NGd0MTc5NWRUWm8wMFRYWFhLT2pSNCtxZi8vK1dyTm1qZUxqNDNYenpUZi9vdkdVOWY0VWdxeEJ2dnp5Uy85bDVpN0ZpUk1uOVBycnIydkVpQkgrWldQR2pOR2FOV3NVRWhKeXhiNk5KU2NuS3lRa1JIWHIxcjJvOVM5M1BBQUFYRzFPOTZmNGZENEZCUVZwd0lBQmV1eXh4eFFmSDMvV2FYWjc5dXhSZkh5OERodzRvSVVMRitxTEw3N1FuWGZlcVlZTkcycjU4dVhxMGFPSFltTmo5ZVNUVDViTC9oU0NyQ0Y4UHA4MmJOaWd5Wk1uWDlKMlhxOVg0OGVQVjlPbVRRUGVqQzZYeTMvN3hJa1Qvc1ArMmRuWnNtM2J2MTUyZG5iQS8zL3UxSHpYL1B4OHZmVFNTMmVjc1BsS2p3Y0FnTkxpWkg5S2FHaW9ubjMyV1hYdDJsVVRKMDdVcDU5K3FoZGVlRUdOR2pVS1dDOCtQbDV2dlBHR09uVG9vQzVkdXVpcHA1NVNZV0doK3ZmdnI1VXJWeW9qSTBQYnQyOVg3ZHExVmE5ZXZYTFhuMUwySzRRazZldXZ2MVplWHA3YXRHbmpYelp6NXN3ekptVWZQWHJVLzNOdWJxNmVlKzQ1N2QyN1Y0c1hML1ozSlA3d3d3L3llRHdLQ3d2VFYxOTlwYjE3OTZwWnMyWlN5YVg0Y25OekF4NHpKQ1JFZDk5OTkxbnJHak5takRwMTZxUXhZOGJJNC9GbzBLQkJWMjA4QUFDVU5xZjdVenAwNktDLy8vM3ZtakJoZ3VMajQ3Vnk1Y3FBc3dqRnhjWHB6My8rc3pwMDZPQS8rNEhQNTlQaHc0ZlZwMDhmU1ZLOWV2WFV1WFBuWHp5ZXNvZ2dhNGpDd2tMMTZ0VXI0TnZSazA4K2VkNDVwU05IanRUUm8wZjEybXV2Qlp3emJ2YnMyVnE3ZHEwa0tTSWlRcU5HalZLZE9uVWtTVWxKU1pkYzI2dXZ2cXFRa0JDOTlOSkxGOTAwZGpuakFRQ2d0SldGL3BTSWlBak5uajFieWNuSlo1d0tNelEwVkpVcVZWTHIxcTExNDQwMzZwbG5ubEZXVnBidXVlZWVnTE1LWFlueGxFVUVXVU4wNk5EQmY1b01sZXoyUDl0MWtFKy9Qdk1mL3ZBSE5XalE0SXczL2NzdnZ5eWZ6eWV2MTN2QjAyNWRqRWNlZWVTTXkvS2Q3azkvK3RNWnl5NW5QQUFBbExheTBwOWlXWmF1di83NmdHWGJ0MjlYV2xxYWZENmZ0bS9mZmxHUFU5NzZVd2l5aGpwWGFEemQrUTRKbkM5NFhxb3JNWWZtU3RVQ0FNQ1ZVbHI5S1pjclBEeGNQcDlQOCtiTjA0WU5HN1JwMHliMTZkTkhQcDlQR1JrWi9xa0ZIbzlIUzVjdUxaZjlLUVJaQUFDQXN5aXQvcFRMRlJVVjVaOFcwTGh4WXozd3dBT1NkTTZwQmVXeFA0VWdDd0FBY0JhbDFaOVNXdWhQdVF5eHNiSHJZbU5qMXpsZGg1TWlvMlBXM1JmL2lBMW4zQmYvaUIwWkhWT2gzNE1BVU5GY2pYOTd2VjZ2N2ZQNXpydk9ybDI3N0t5c3JITnVYMWhZZUVWck9wZmk0dUlMcm5NeDQ3bGNwZlZ2TDN0a0FRQUFMa0paNmsrNUVMZmJmY0YxeWtOL2l2a2pBQUFBUUlWRWtBVUFBSUNSQ0xJQUFBQXdFa0VXQUFBQVJpTElBZ0FBd0VpY3RhQ1VmTGRydHdZTWZOVHBNaXFrNzNidGRyb0VBQUJ3RlJCa1M0RXRlOFhKazluYXVHbUwwNlZjRnJlbEtwTGt0Wlh0ZEMyWHpiSS9jTG9FQUFCd1pSRmtTOEgrWGR1blM1cnVkQjJYNjlRRkxiWnUzWHE3MDdVQUFBQ2N3aHhaQUFBQUdJazlzZ0FBb0Z5aVA4VTVwZFdmUXBBRkFBRGxEdjBwWlVBcDlLY1FaQUVBUUxsRGYwckZ3QnhaQUFBQUdJa2dDd0FBQUNNUlpBRUFBR0FrZ2l3QUFBQ01SSkFGQUFDQWtRaXlBQUFBTUJKQkZnQUFBRVlpeUFJQUFNQklCRmtBQUFBWWlTQUxBQUFBSXhGa0FRQUFZQ1NDTEFBQUFJeEVrQVVBQUlDUkNMSUFBQUF3RWtFV0FBQUFSaUxJQWdBQXdFZ0VXUUFBQUJpSklBc0FBQUFqRVdRQkFBQmdKSUlzQUFBQWpFU1FCUUFBZ0pFSXNnQUFBREFTUVJZQUFBQkdJc2dDQUFEQVNBUlpBQUFBR0lrZ0N3QUFBQ01SWkFFQUFHQWtnaXdBQUFDTVJKQUZBQUNBa1FpeUFBQUFNQkpCRmdBQUFFWWl5QUlBQU1CSUJGa0FBQUFZaVNBTEFBQUFJeEZrQVFBQVlDU0NMQUFBQUl4RWtBVUFBSUNSQ0xJQUFBQXdFa0VXQUFBQVJpTElBZ0FBd0VnRVdRQUFBQmlKSUFzQUFBQWpFV1FCQUFCZ0pJSXNBQUFBakVTUUJRQUFnSkVJc2dBQUFEQVNRUllBQUFCR0lzZ0NBQURBU0FSWkFBQUFHSWtnQ3dBQUFDTVJaQUVBQUdBa2dpd0FBQUNNUkpBRkFBQ0FrUWl5QUFBQU1CSkJGZ0FBQUVZaXlBSUFBTUJJQkZrQUFBQVlpU0FMQUFBQUl4RmtBUUFBWUNTQ0xBQUFBSXhFa0FVQUFJQ1JDTElBQUFBd0VrRVdBQUFBUmlMSUFnQUF3RWdFV1FBQUFCaUpJQXNBQUFBakVXUUJBQUJnSklJc0FBQUFqRVNRQlFBQWdKRUlzZ0FBQURBU1FSWUFBQUJHSXNnQ0FBREFTQVJaQUFBQUdJa2dDd0FBQUNNUlpBRUFBR0FrZ2l3QUFBQ01SSkFGQUFDQWtRaXlBQUFBTUJKQkZnQUFBRVlpeUFJQUFNQklCRmtBQUFBWWlTQUxBQUFBSXhGa0FRQUFZQ1NDTEFBQUFJeEVrQVVBQUlDUkNMSUFBQUF3RWtFV0FBQUFSaUxJQWdBQXdFZ0VXUUFBQUJpSklBc0FBQUFqRVdRQkFBQmdKSUlzQUFBQWpCVGtkQUV3Umt4c2JPdzZwNHNBSU5tMi9mYTJiZHYrNm5RZEFPQTBnaXd1eGdxbkN3RGdGMk5abGlRUlpBRlVlQVJaWE5EV3JWdW5TNXJ1ZEIwQUpJNk1BTUIvTUVjV0FBQUFSaUxJQWdBQXdFZ0VXUUFBQUJpSklBc0FBQUFqRVdRQkFBQmdKSUlzQUFBQWpFU1FCUUFBZ0pFSXNnQUFBREFTUVJZQUFBQkdJc2dDQUFEQVNBUlpBQUFBR0lrZ0N3QUFBQ01SWkFFQUFHQWtnaXdBQUFDTVJKQUZBQUNBa1FpeUFBQUFNQkpCRmdBQUFFWWl5QUlBQU1CSUJGa0FBQUFZaVNBTEFBQUFJeEZrQVFBQVlDU0NMQUFBQUl4RWtBVUFBSUNSQ0xJQUFBQXdFa0VXQUFBQVJpTElBZ0FBd0VnRVdRQUFBQmlKSUFzQUFBQWpFV1FCQUFCZ0pJSXNBQUFBakVTUUJRQUFnSkVJc2dBQUFEQVNRUllBQUFCR0lzZ0NBQURBU0FSWkFBQUFHSWtnQ3dBQUFDTVJaQUVBQUdBa2dpd0FBQUNNUkpBRkFBQ0FrUWl5QUFBQU1CSkJGZ0FBQUVZaXlBSUFBTUJJQkZrQUFBQVlpU0FMQUFBQUl4RmtBUUFBWUNTQ0xBQUFBSXhFa0FVQUFJQ1JDTElBQUFBd0VrRVdBQUFBUmlMSUFnQUF3RWdFV1FBQUFCaUpJQXNBQUFBakVXUUJBQUJnSklJc0FBQUFqRVNRQlFBQWdKRUlzZ0FBQURBU1FSWUFBQUJHSXNnQ0FBREFTQVJaQUFBQUdJa2dDd0FBQUNNUlpBRUFBR0FrZ2l3QUFBQ01SSkFGQUFDQWtRaXlBQUFBTUJKQkZnQUFBRVlpeUFJQUFNQklCRmtBQUFBWWlTQUxBQUFBSXhGa0FRQUFZQ1NDTEFBQUFJeEVrQVVBQUlDUkNMSUFBQUF3RWtFV0FBQUFSaUxJQWdBQXdFZ0VXUUFBQUJpSklBc0FBQUFqRVdRQkFBQmdKSUlzQUFBQWpFU1FCUUFBZ0pFSXNnQUFBREFTUVJZQUFBQkdJc2dDQUFEQVNFRk9Gd0FBT0xkMjdkclZzMjM3djAvZHRtMDdVcExhdG0zNzNLbGxsbVhOMzdKbHkwR25hZ1FBcHhCa0FhQnNPMnJiOXBPV1pVWG9wOUI2YXZueitpblluckFzYTVLRDlRR0FZNWhhQUFCbDJKWXRXNG9rZldEYnRtemI5aTgvN2ZZSEplc0FRSVZEa0FXQU1zNjI3V1duN1luMXN5eEx0bTB2YzZRb0FDZ0RDTElBVU1abFoyZXZzVzA3KytmTGJkdk96czdPWHVOTVZRRGdQSUlzQUpSeHFhbXBCWlpsclZMZ2xBSlpsclVxTlRXMXdPbjZBTUFwQkZrQU1JRFg2dzJZWGxEeU05TUtBRlJvQkZrQU1FQlJVZEZLU2ZtbkxjclB6ODlmNldCSkFPQTRnaXdBR09DNzc3N0xsclJHLzJueStxaGtHUUJVV0FSWkFEQ0ViZHZ2blpwZXdOa0tBSUFnQ3dER3NHMzdBMG5lbjZiTWVqOXd1aDRBY0JwQkZnQU1zVzNidGhPMmJTZEorbVRIamgzSG5hNEhBSnpHSldvQndDQWxGMGRnSndRQUVHUUI0TndhTlczVnduSzdiN0ZzcTQxdDJYVXRTOVZzMjNJN1dWTm12dTJSdklxTWpyblB5VG9zeS9iYXRqSXQyMHEzTFh1N2ZMNzErMUoyN0hLeUpnQVZEMEVXQUFLMDgwUTJMM3JVc3F5aHNxeldrbFM1Y3BqcTE2dXJxdFdxS3NqdGFJNHRNNHE5WG1WbW50VEJnK25LeWMyVjNHNUZSc2NrKzJRbi9yQnIrOThrRlR1dDBYR0RBQUFPeGtsRVFWUmRJNER5anlBTEFDVWltN1pwTDNmeDI1YmxpbXI5NjVicTNhdUhPdDM4WDJyZXRJblRwWlZwdTFOUzlmbi8yNkFWcXo1c3MrUGI3MTV0M0NKbWpGM3NlM0RmbnVRdm5hNE5BSDZSMk5qWWRiR3hzZXVjcmdNQXpxZFJpNWlFeGkxaUNtKzZyWnU5YWsyUzdmUDViRndhbjg5bnIxenprZDMrMWppN2NZdVl3a1l0WWhLYy9yMENwaUkvWFJ3YUJnQlVlSTJheHp6amt1WjA3SENUWi9WNzc2aG45NjQ2L1hLd3VEaVdaZW1PN25GYS9mNDc2bkRUalI2WE5DY3krdnB4VHRjRm9Qd2l5QUtvMENLYlh6L0U1ZEtmZnR1enUxNzd5MnhGUkZSenVpVGpWWStJME91dnpsR3ZIbkd5TEd0eTQraVl4NXl1Q1VENVJKQUZVR0ZGTm0zVDNuSlpzMjdwMkVFelg1NGtUeEJ0QTFlS3grUFJ6SmNuNjVhT0hTVExuaFBadEUxN3Ayc0NVUDRRWkFGVVNKR1JrU0ZXa1BWbWcvcjFQTE9tVFpITHhaL0RLODN0ZG12V3RDbXFYNjllc056V0c1R1JrU0ZPMXdTZ2ZPRXZONENLS2FUYWM1TFY5TVhuSjZocWVMalQxWlJiVmNQRDljSnp6OGl5ck9ZS2lYalc2WG9BbEM4RVdRQVZUdjFteldySjB2QzR6cmY5ZE9nYlY5WHR0M1JVNTl0dWtXWFp3eHRFUjlkMHVoNEE1UWRCRmtDRkUyeUZqclprVlI0KzdMK2RMcVhDZUNKaGlDU3JTckJDUmpwZEM0RHlneUFMb0VLNTV0ZS9ybUc1Tkt6emJiZW9WY3NXVHBkVFliVCtkUXZkZGt0SFNmYndhNjl0WGQzcGVnQ1VEd1JaQUJWS1VMSDdRY2tLSHo2VXZiR2w3ZkVoajBtV0ZXNkZ1UjV3dWhZQTVRTkJGa0RGWXJuNnRZeHVydXRiLzlycFNpcWN0akZ0MUx4WlUxbFNQNmRyQVZBK0VHUUJWQmgxcm12ekswa2R1M1h0N0hRcEZWWmM1OXNrV2JmVWI5YXNsdE8xQURBZlFSWkFoUkhxc2ZwYWx0eGRiNy9WNlZJcXJMZ3V0OG15NVBZbzVIZE8xd0xBZkFSWkFCV0daVm05NjllcnF4YlJ6Wnd1cGNKcTFiS0Y2dFd0STVmTHV0UHBXZ0NZanlBTG9NS3diY1hlK0p0MnNpekw2VklxTE11eWRFTzd0cEtsR0tkckFXQStnaXlBQ2lFeU1pYkNzbFMvV1pQcm5DNmx3bXZXOURwSlZzTWFUWnBVZGJvV0FHWWp5QUtvRUh6QmRpdEphdHFVSU91MHB0Zjk5RHNJRHdwcDVYUXRBTXhHa0FWUUliZ3N0WktrMHQ0am01dWJxM2J0MmlrM04vZWkxdS9SbzhjNTc3TnRXeWRQbnBRa1pXUmt5T2Z6L2FMYVVsTlQxYmx6NlovQm9Wbkpsd21YZ2pnSEdvQmZKTWpwQWdEZ1VzWEd4dGJldW5Yck1VbmVpOTNHY3FsQnNNZWpheHJVdjdyRlhhTGk0bUwxNmROSDhmSHg2dCsvdjMvNVJ4OTlwQm8xYXVpMTExNVRWbGFXOHZQelpkdTJhdFNvb1preloycnExS2xxMEtDQm5uamlDVW5TalRmZXFOcTFhd2M4ZGtaR2h0NTQ0dzAxYjk1Y2twU1dsaWEzMjYwNmRlcWNzNTZkTzNjcUtpcEtsU3BWdW1wamJuaE5BM2s4UVNvc0xMcm1FamNOaW8yTnJiNTE2OVlqVjZrMEFJWWh5QUl3VVh6YnRtM0gyN2E5M0xLczkwNmVQSm1VbXBwYWNMNE5iRnRWdzhQRHkyeWpWMnBxcXI3NDRndEpVbloydGw1NTVSWE5talZMS1NrcGV2ZmRkeFVSRVJHdy90TlBQNjMrL2Z1clZhdFc2dEtsaTF3dWwxYXVYQm13enNNUFB4eHcrODAzMzFSRVJJUUdEeDU4empvU0VoTDB0Ny85VFpHUmtWZDBmS2R6dVZ5cVVybUtqaFVkdStBYzJjakl5SkNJaUlqdWxtWDFsZFJiMGlSSjA2NWFjUUNNUXBBRllLcWFsbVU5TE9uaHFsV3Jub3lOalYwcGFablg2MTJkbkp5Y2M1YjFxNGFGaFY3MW9tNjk5VmJadG4xR1lPN1pzNmYvWjUvUHA4cVZLMnZObWpYK1pmZmVlNitXTEZraVNWcTllclg2OU9takprMmF5T1Z5blJGaUpTa2lJa0l6WnN4UTNicDEvWS9acjEvZ0JiUFMwOU92K1BpdWxMQ3dVQjAvWVlXZjdiNm9xS2hxVmF0VzdWVVNYbnRZbGxYbDFIMjJiZHVsV2lpQU1vMGdDOEJZcDJXYXFwWmxEWkEwSUNnb0tMZHQyN1lmU2xwbVdkYUtMVnUyWkVxU0pZVlhyaHhXS25VdFdiTEVmL2crTnpkWG5UcDEwdXJWcXhVVzl0UHo3OXUzVDBPR0RBbll4dTEycTErL2ZscTdkcTNhdEdram44K252THk4c3o1K2NuS3k5dTNicDlEUVVMVnMyVklxMmN1NWJObXlnUFYrdmtlMkxLa2NGaVpibG4rUGJKczJiWDdsY3JuNmxJVFhMcFpsQlovNi9aNzZmOG1YZzdLNVN4MkFJMG9yeU1iRXhzYXVLNlhuQWxEK05UejF3K2w3UGtzQ1Q1aWt2cFpsOWJWdDI5dTJiZHYxUHAvdjdheDgxVHdWSk11aUpVdVdLQ1VsUmNlUEg5ZkNoUXNsU1lNR0RkTHg0OGZWcTFjdkhUOStYRldxVkpISDQ5R0FBUU9VbFpXbDVjdVhLeTR1VHJxRVBiTHIxcTFUV2xxYUpDa3JLMHU1dWJsNjdybm4vUGRmYkZQYUx4VldPVXd1MjY0VkV4TXp6TEtzZ1pKdXNDekxPajI4bnVWM0s4dXloc2JHeHY2MlZJb0VuQlVqYVp2VFJaUjFwUkZrVjVUQ2N3QkFnSkxnNDVJVUtpbllKMXNxdzBlbHg0NGRxd2tUSm1qbnpwMXEzYnExN3IzM1hrbFM5ZXJWdFhMbFNvMGNPVksvLy8zdkZSc2JLMGs2Y2VLRWxpOWY3dC9lNVhKcDhlTEZBUUZ3eXBRcEFXYzJ1UFBPT3hVVDg1L3JFQnc2ZEVpYk4yOVdodzRkL012Mjc5K3Y0T0RncXo1ZTY2Y2RxN2FrSXN1eWNpVDViTnQybjNQOWtqRXhzd0FWeURiTHNqNXd1b2l5N3FvSDJhMWJ0MDZYTlAxcVB3K0FpaU0yTm5hVXBGZjBzOFBPbG1YSnR1MENTV3R0MjM3UDUvTXRUMDVPUGl4SmphTmpicy9PUHR2VTJTdnZubnZ1dWFnNXNxZjcrdXV2NVhhN1ZiVnFWYVducDJ2NDhPRjYvdm5uTHlsVUJnVUY2YUdISHRLZ1FZTjA0NDAzcWthTkducjg4Y2YxOXR0dnEwNmRPcnJ1dXVzVUhSM3RyeTAxTlZVTEZ5NVU5KzdkL1kvUnBVdVhYekR5aTVlZGt5MmZwWXh0MjdiOVZkSmZZMkppSWx3dTEyOGwzU1dwdTZUUW40ZldrcnJuYmQyNmxXWXZBQkp6WkFFWXlwOXdTc0pydG0zYmEyemJmaTg3Ty91ZnFhbXBKOC9Zd0xKUFp1ZGMvU0Ric21WTFRabzBTZFdyVjVmT01VZjI0TUdEbWpwMXFuK2JvcUlpVFo0OFdiTm56OWFYWDM2cGtTTkhhdTNhdGNySnlWRjQrRm43b2M3SzdYYnIrZWVmMTFOUFBhVm5uMzFXOTl4emo1WXVYZXF2cFVlUEhoYzhJOEhzMmJQbGRyczFZc1NJWC9BcVhGaDJkbzRzeWY5NzJyWnQyd2xKYjBsNnEyWExsbFdDZzRON1dwYlYxN0tzMzBvS1B5M1Vza3NXZ0I5QkZvQ0pMTnUyajBsYTRmUDUzanR4NHNTSCsvYnR5Ny9BSmxrNU9WZC8vdWU4ZWZNdXVFNjlldlUwYytaTS8yMlB4Nk1YWDN6UmZ3WUNTZXJjdWJNKy92aGpYWHZ0dFJkOFBOdTJaZHUyZHUzYXBVV0xGcWxyMTY0NmRPaVExcTVkcTl0dnY5MGZaTXVTN093YzJiYk8rTUloU2Q5OTkxMjJwQ1dTbGpScDBxUlMxYXBWdTltMjNkZXlyRHRwOWdKd09vSXNBT080WEs0M3Rtelo4bWRKeFJlN2phM1MyU043dVpvMWF5WkptanQzcm45WlVsSlN3SnpXMHgwNGNFQkZSVVh5K1h6YXMyZVBpb3VMbFpDUW9BRURCcWgvLy80S0R3L1h1KysrcXovODRRLzY0SU1QenBqSzRDVGJ0cFh6VTFOWjFvWFdMVGsvOElxUy80TGF0V3QzNXJuSUFGUllCRmtBeHRteVpjdlJTOTNHWlZzSHZGNnZEaDgrb2wvOXF2WkZiRkU2TE10U1VGQ1ErdlRwRTdDOGQrL2Urdnp6enpWdTNMZ3p0dm4zdi8rdFVhTkdxWEhqeHZyakgvK280Y09INjVsbm50RWRkOXloa0pBUS8zcDMzWFdYNHVMaUFrTHN3SUVENVhiLzFGUGw5WHFWblowZGNKbmEvUHg4M1hmZmZWZHB0RDlKUDNSWVBwOVB0bTMvY0ltYkZsL083eDVBK1VXUUJWQWgrSXE5MzdnOGJ1MUsyVk9tZ3F6YjdRNDQrOEFwTTJiTTBJTVBQbmpXYVFFZmZ2aWhoZzRkcWw2OWV1blZWMS9Wd0lFRGxaK2ZyOFRFUkhtOVh0bTJMWi9QNXo5andmMzMzNitFaEFTdFhMbnlnbDMvaVltSlYzQjBaN2RyZDRyMDA1ZUxIVmY5eVFBQUFFeFhxMWJ6OE1qbzYzMS8rZXZydGdtS2k0dnRvcUtpczk1WFdGaDQzbTI5WHE5Lys0S0NBdHZyOVY2bEtpL1B2UG12MlpIUjEzdnIxMjlYZGsvc0M4QUlMcWNMQUlEU2NQVG83aXhKKzNmdlNYVzZsSXZpZHJzVkZIVDJnMlllaitlODI3cGNMdi8yd2NIQmNybksxcC82blNsN0pNdmFtNWEycFhTdXZnQ2czQ3BiZjkwQTRHcXl0UFhMelZzNHFiNkRiTnZXcHMxYlpObmE2blF0QU14SGtBVlFZZGcrL2ZOZ2VycSsvVzZYMDZWVVdEdSsvVTZIRGgrUmJkdXJuSzRGZ1BrSXNnQXFqQ0k3N3dQYmx2ZWpUOVk1WFVxRmxmVEpwNUpVWEp4VGZHYUhHd0JjSW9Jc2dBb2pMU1hscUtSL0phMGx5RG9sYWUybnNtMzc4Ly83djIrUE9WMExBUE1SWkFGVUxMYnYvZDBwcWZwNlc3TFRsVlE0WDI5TFZzcWVWRm5TZTA3WEFxQjhJTWdDcUZBSzdmeTNiTms1Yy83eVY2ZExxWERtelB1ckpEdXJVQVZ2TzEwTGdQS0JJQXVnUWltWlhwRDQ2ZnAvNlp2dmRqcGRUb1dSL00yMyt2VHpmOG4yYWU2UHUzWmxPRjBQZ1BLQklBdWd3c2t2Y3IxaVN6bXo1ODUzdXBRS1kvYmMrYkpsNXhUYWVhODRYUXVBOG9NZ0M2RENTVS9kZWtTMlBUdHA3YWY2Wk4xblRwZFQ3bjI4N2pOOTh1bDZ5YlptbGV3UkI0QXJ3bks2QUFCd1FtUmtaSWhDSTc2cFU3dldkU3VYL1VNMWE5Wnd1cVJ5S2VQWU1kM3h1M3QxNUdoR3FwMTNvdlcrZmZ2eW5hNEpRUG5CSGxrQUZkSytmZnZ5ZlY1NzBPRWpSNHVIakJpbG9xSWlwMHNxZHdvTEN6VmsrQ2dkT1pwUjVMTzk4WVJZQUZlYTIra0NBTUFwbVJtSGZxaFc0MWNaNlljTzlmcHUxMjcxaU9zaXQ1cy9pMWRDUVVHQmhqMDVSaHMyYnBMWHRvZjlzQ3VaQ3lBQXVPTDRpdzJnUXN2TU9MUzVXczA2M24zN2Yrajg5YlprM2RhcG8wSkRRNTB1eTJoSE16STBaUGhJL1d2RFJ0bTI3K245dTVMLzdIUk5BTW9uZ2l5QUNpOHo0OUQ2aUpwMU13LzgzNDl4eTVhdmNOV3FVVVBObWphUnk4WHNxMHRSWE96VnN1WC8xT0RoSTVYNjcrK0x2YmI5NVA1ZHlkT2NyZ3RBK1VXekZ3Q1VhQlFkMDhGbDJYK1hySWIxNjlWVC83dCtwMjV4bmRXOGFST25TeXZUZHFmczBacWt0VnF5N0gybEhVeVhwQjk4dHZlKy9idDJmT0YwYlFES040SXNBSnltVHAwMmxVTWo5SWhsV1kvS3NscExVdVd3TU5XdlYxZFZxMVZWRUhOb0pVbkZYcTh5TTAvcTRNRjA1ZVRtL3JUUXRuZll0cjJnTU11eklDMXRTNjdUTlFJby93aXlBSEFPalpxMmFtRzUzYmRZdHRYR3R1eTZscVZxdG0yUlpDVlpsdTIxYldWYXRwVnVXL1oyK1h6cjk2WHMyT1YwWFFBQUFBQUFBQUFBQUFBQUFBQUFBQUFBQUFBQUFBQUFBQUFBQUFBQUFBQUFBQUFBQUFBQUFBQUFBQUFBQUFBQUFBQUFBQUFBQUFBQUFBQUFBQUFBQUFBQUFBQUFBQUFBQUFBQUFBQUFBQUFBQUFBQUFBQUFBQUFBQUFBQUFBQUFBQUJRSHZ4L0VJRzdPVG9qY2VjQUFBQUFTVVZPUks1Q1lJST0iLAoJIlRoZW1lIiA6ICIiLAoJIlR5cGUiIDogImZsb3ciLAoJIlVzZXJJZCIgOiAiNDY5OTA5MjgzIiwKCSJWZXJzaW9uIiA6ICIzNiIKfQo="/>
    </extobj>
  </extobjs>
</s:customData>
</file>

<file path=customXml/itemProps7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演示</Application>
  <PresentationFormat>宽屏</PresentationFormat>
  <Paragraphs>10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基于STM32的超声波测距控制系统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赵子尧</cp:lastModifiedBy>
  <cp:revision>160</cp:revision>
  <dcterms:created xsi:type="dcterms:W3CDTF">2019-06-19T02:08:00Z</dcterms:created>
  <dcterms:modified xsi:type="dcterms:W3CDTF">2026-09-13T08:11:03Z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B57F2C7ADC694E78AE90CF82733EE150_11</vt:lpwstr>
  </property>
</Properties>
</file>